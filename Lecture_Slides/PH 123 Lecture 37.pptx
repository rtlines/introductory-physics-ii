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77" r:id="rId4"/>
    <p:sldId id="278" r:id="rId5"/>
    <p:sldId id="269" r:id="rId6"/>
    <p:sldId id="270" r:id="rId7"/>
    <p:sldId id="271" r:id="rId8"/>
    <p:sldId id="272" r:id="rId9"/>
    <p:sldId id="273" r:id="rId10"/>
    <p:sldId id="487" r:id="rId11"/>
    <p:sldId id="488" r:id="rId12"/>
    <p:sldId id="279" r:id="rId13"/>
    <p:sldId id="280" r:id="rId14"/>
    <p:sldId id="274" r:id="rId15"/>
    <p:sldId id="275" r:id="rId16"/>
    <p:sldId id="276" r:id="rId17"/>
    <p:sldId id="281" r:id="rId18"/>
    <p:sldId id="260" r:id="rId19"/>
    <p:sldId id="259" r:id="rId20"/>
    <p:sldId id="261" r:id="rId21"/>
    <p:sldId id="263" r:id="rId22"/>
    <p:sldId id="262" r:id="rId23"/>
    <p:sldId id="486" r:id="rId24"/>
    <p:sldId id="267" r:id="rId25"/>
    <p:sldId id="489" r:id="rId26"/>
    <p:sldId id="258" r:id="rId27"/>
    <p:sldId id="490" r:id="rId28"/>
    <p:sldId id="266" r:id="rId29"/>
    <p:sldId id="491" r:id="rId30"/>
    <p:sldId id="492" r:id="rId31"/>
    <p:sldId id="493" r:id="rId32"/>
    <p:sldId id="494" r:id="rId33"/>
    <p:sldId id="495" r:id="rId34"/>
    <p:sldId id="265" r:id="rId35"/>
    <p:sldId id="496" r:id="rId36"/>
    <p:sldId id="497" r:id="rId37"/>
    <p:sldId id="498" r:id="rId38"/>
    <p:sldId id="485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C103A9-F942-4ACA-ACF2-A6EEDACA0042}" v="56" dt="2025-07-08T21:23:55.225"/>
    <p1510:client id="{19433E2F-A7AC-4341-9FA4-5680B2C19CE3}" v="2" dt="2025-07-08T19:01:42.7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15C103A9-F942-4ACA-ACF2-A6EEDACA0042}"/>
    <pc:docChg chg="undo custSel addSld delSld modSld">
      <pc:chgData name="Lines, Todd" userId="afaf7c3a-e8aa-4568-882a-02ad8f9e19b0" providerId="ADAL" clId="{15C103A9-F942-4ACA-ACF2-A6EEDACA0042}" dt="2025-07-08T21:24:04.733" v="166" actId="1076"/>
      <pc:docMkLst>
        <pc:docMk/>
      </pc:docMkLst>
      <pc:sldChg chg="modSp mod">
        <pc:chgData name="Lines, Todd" userId="afaf7c3a-e8aa-4568-882a-02ad8f9e19b0" providerId="ADAL" clId="{15C103A9-F942-4ACA-ACF2-A6EEDACA0042}" dt="2025-07-08T20:13:20.223" v="1" actId="20577"/>
        <pc:sldMkLst>
          <pc:docMk/>
          <pc:sldMk cId="2198685155" sldId="256"/>
        </pc:sldMkLst>
        <pc:spChg chg="mod">
          <ac:chgData name="Lines, Todd" userId="afaf7c3a-e8aa-4568-882a-02ad8f9e19b0" providerId="ADAL" clId="{15C103A9-F942-4ACA-ACF2-A6EEDACA0042}" dt="2025-07-08T20:13:20.223" v="1" actId="20577"/>
          <ac:spMkLst>
            <pc:docMk/>
            <pc:sldMk cId="2198685155" sldId="256"/>
            <ac:spMk id="2" creationId="{D4DF5993-F601-E2E9-268C-C8A5F1C288D8}"/>
          </ac:spMkLst>
        </pc:spChg>
      </pc:sldChg>
      <pc:sldChg chg="del">
        <pc:chgData name="Lines, Todd" userId="afaf7c3a-e8aa-4568-882a-02ad8f9e19b0" providerId="ADAL" clId="{15C103A9-F942-4ACA-ACF2-A6EEDACA0042}" dt="2025-07-08T20:13:43.857" v="8" actId="47"/>
        <pc:sldMkLst>
          <pc:docMk/>
          <pc:sldMk cId="1532625996" sldId="257"/>
        </pc:sldMkLst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0" sldId="258"/>
        </pc:sldMkLst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0" sldId="259"/>
        </pc:sldMkLst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0" sldId="260"/>
        </pc:sldMkLst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0" sldId="261"/>
        </pc:sldMkLst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0" sldId="262"/>
        </pc:sldMkLst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0" sldId="263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265"/>
        </pc:sldMkLst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4028551196" sldId="265"/>
        </pc:sldMkLst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266498376" sldId="266"/>
        </pc:sldMkLst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0" sldId="267"/>
        </pc:sldMkLst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2526377810" sldId="268"/>
        </pc:sldMkLst>
      </pc:sldChg>
      <pc:sldChg chg="delSp modSp add mod">
        <pc:chgData name="Lines, Todd" userId="afaf7c3a-e8aa-4568-882a-02ad8f9e19b0" providerId="ADAL" clId="{15C103A9-F942-4ACA-ACF2-A6EEDACA0042}" dt="2025-07-08T20:22:42.182" v="64" actId="1076"/>
        <pc:sldMkLst>
          <pc:docMk/>
          <pc:sldMk cId="3653196708" sldId="269"/>
        </pc:sldMkLst>
        <pc:spChg chg="mod">
          <ac:chgData name="Lines, Todd" userId="afaf7c3a-e8aa-4568-882a-02ad8f9e19b0" providerId="ADAL" clId="{15C103A9-F942-4ACA-ACF2-A6EEDACA0042}" dt="2025-07-08T20:21:07.158" v="41" actId="1076"/>
          <ac:spMkLst>
            <pc:docMk/>
            <pc:sldMk cId="3653196708" sldId="269"/>
            <ac:spMk id="2" creationId="{00000000-0000-0000-0000-000000000000}"/>
          </ac:spMkLst>
        </pc:spChg>
        <pc:spChg chg="mod">
          <ac:chgData name="Lines, Todd" userId="afaf7c3a-e8aa-4568-882a-02ad8f9e19b0" providerId="ADAL" clId="{15C103A9-F942-4ACA-ACF2-A6EEDACA0042}" dt="2025-07-08T20:22:42.182" v="64" actId="1076"/>
          <ac:spMkLst>
            <pc:docMk/>
            <pc:sldMk cId="3653196708" sldId="269"/>
            <ac:spMk id="3" creationId="{00000000-0000-0000-0000-000000000000}"/>
          </ac:spMkLst>
        </pc:spChg>
        <pc:spChg chg="del mod">
          <ac:chgData name="Lines, Todd" userId="afaf7c3a-e8aa-4568-882a-02ad8f9e19b0" providerId="ADAL" clId="{15C103A9-F942-4ACA-ACF2-A6EEDACA0042}" dt="2025-07-08T20:22:22.084" v="60" actId="478"/>
          <ac:spMkLst>
            <pc:docMk/>
            <pc:sldMk cId="3653196708" sldId="269"/>
            <ac:spMk id="5" creationId="{00000000-0000-0000-0000-000000000000}"/>
          </ac:spMkLst>
        </pc:spChg>
        <pc:spChg chg="del">
          <ac:chgData name="Lines, Todd" userId="afaf7c3a-e8aa-4568-882a-02ad8f9e19b0" providerId="ADAL" clId="{15C103A9-F942-4ACA-ACF2-A6EEDACA0042}" dt="2025-07-08T20:22:05.037" v="54" actId="478"/>
          <ac:spMkLst>
            <pc:docMk/>
            <pc:sldMk cId="3653196708" sldId="269"/>
            <ac:spMk id="7" creationId="{00000000-0000-0000-0000-000000000000}"/>
          </ac:spMkLst>
        </pc:spChg>
        <pc:picChg chg="mod">
          <ac:chgData name="Lines, Todd" userId="afaf7c3a-e8aa-4568-882a-02ad8f9e19b0" providerId="ADAL" clId="{15C103A9-F942-4ACA-ACF2-A6EEDACA0042}" dt="2025-07-08T20:22:07.249" v="55" actId="1076"/>
          <ac:picMkLst>
            <pc:docMk/>
            <pc:sldMk cId="3653196708" sldId="269"/>
            <ac:picMk id="1015810" creationId="{00000000-0000-0000-0000-000000000000}"/>
          </ac:picMkLst>
        </pc:picChg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2689265871" sldId="270"/>
        </pc:sldMkLst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2152344728" sldId="271"/>
        </pc:sldMkLst>
      </pc:sldChg>
      <pc:sldChg chg="modSp add mod">
        <pc:chgData name="Lines, Todd" userId="afaf7c3a-e8aa-4568-882a-02ad8f9e19b0" providerId="ADAL" clId="{15C103A9-F942-4ACA-ACF2-A6EEDACA0042}" dt="2025-07-08T20:16:55.586" v="10" actId="27636"/>
        <pc:sldMkLst>
          <pc:docMk/>
          <pc:sldMk cId="2974810886" sldId="272"/>
        </pc:sldMkLst>
        <pc:spChg chg="mod">
          <ac:chgData name="Lines, Todd" userId="afaf7c3a-e8aa-4568-882a-02ad8f9e19b0" providerId="ADAL" clId="{15C103A9-F942-4ACA-ACF2-A6EEDACA0042}" dt="2025-07-08T20:16:55.586" v="10" actId="27636"/>
          <ac:spMkLst>
            <pc:docMk/>
            <pc:sldMk cId="2974810886" sldId="272"/>
            <ac:spMk id="3" creationId="{00000000-0000-0000-0000-000000000000}"/>
          </ac:spMkLst>
        </pc:spChg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2458448672" sldId="273"/>
        </pc:sldMkLst>
      </pc:sldChg>
      <pc:sldChg chg="modSp add mod">
        <pc:chgData name="Lines, Todd" userId="afaf7c3a-e8aa-4568-882a-02ad8f9e19b0" providerId="ADAL" clId="{15C103A9-F942-4ACA-ACF2-A6EEDACA0042}" dt="2025-07-08T20:50:09.846" v="113" actId="20577"/>
        <pc:sldMkLst>
          <pc:docMk/>
          <pc:sldMk cId="1395962058" sldId="274"/>
        </pc:sldMkLst>
        <pc:spChg chg="mod">
          <ac:chgData name="Lines, Todd" userId="afaf7c3a-e8aa-4568-882a-02ad8f9e19b0" providerId="ADAL" clId="{15C103A9-F942-4ACA-ACF2-A6EEDACA0042}" dt="2025-07-08T20:50:09.846" v="113" actId="20577"/>
          <ac:spMkLst>
            <pc:docMk/>
            <pc:sldMk cId="1395962058" sldId="274"/>
            <ac:spMk id="202756" creationId="{00000000-0000-0000-0000-000000000000}"/>
          </ac:spMkLst>
        </pc:spChg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3080544999" sldId="275"/>
        </pc:sldMkLst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605055767" sldId="276"/>
        </pc:sldMkLst>
      </pc:sldChg>
      <pc:sldChg chg="delSp modSp add mod">
        <pc:chgData name="Lines, Todd" userId="afaf7c3a-e8aa-4568-882a-02ad8f9e19b0" providerId="ADAL" clId="{15C103A9-F942-4ACA-ACF2-A6EEDACA0042}" dt="2025-07-08T20:17:56.367" v="16" actId="207"/>
        <pc:sldMkLst>
          <pc:docMk/>
          <pc:sldMk cId="3786113282" sldId="277"/>
        </pc:sldMkLst>
        <pc:spChg chg="mod topLvl">
          <ac:chgData name="Lines, Todd" userId="afaf7c3a-e8aa-4568-882a-02ad8f9e19b0" providerId="ADAL" clId="{15C103A9-F942-4ACA-ACF2-A6EEDACA0042}" dt="2025-07-08T20:17:45.328" v="14" actId="165"/>
          <ac:spMkLst>
            <pc:docMk/>
            <pc:sldMk cId="3786113282" sldId="277"/>
            <ac:spMk id="4" creationId="{00000000-0000-0000-0000-000000000000}"/>
          </ac:spMkLst>
        </pc:spChg>
        <pc:spChg chg="mod topLvl">
          <ac:chgData name="Lines, Todd" userId="afaf7c3a-e8aa-4568-882a-02ad8f9e19b0" providerId="ADAL" clId="{15C103A9-F942-4ACA-ACF2-A6EEDACA0042}" dt="2025-07-08T20:17:45.328" v="14" actId="165"/>
          <ac:spMkLst>
            <pc:docMk/>
            <pc:sldMk cId="3786113282" sldId="277"/>
            <ac:spMk id="5" creationId="{00000000-0000-0000-0000-000000000000}"/>
          </ac:spMkLst>
        </pc:spChg>
        <pc:spChg chg="mod topLvl">
          <ac:chgData name="Lines, Todd" userId="afaf7c3a-e8aa-4568-882a-02ad8f9e19b0" providerId="ADAL" clId="{15C103A9-F942-4ACA-ACF2-A6EEDACA0042}" dt="2025-07-08T20:17:56.367" v="16" actId="207"/>
          <ac:spMkLst>
            <pc:docMk/>
            <pc:sldMk cId="3786113282" sldId="277"/>
            <ac:spMk id="6" creationId="{00000000-0000-0000-0000-000000000000}"/>
          </ac:spMkLst>
        </pc:spChg>
        <pc:spChg chg="mod topLvl">
          <ac:chgData name="Lines, Todd" userId="afaf7c3a-e8aa-4568-882a-02ad8f9e19b0" providerId="ADAL" clId="{15C103A9-F942-4ACA-ACF2-A6EEDACA0042}" dt="2025-07-08T20:17:45.328" v="14" actId="165"/>
          <ac:spMkLst>
            <pc:docMk/>
            <pc:sldMk cId="3786113282" sldId="277"/>
            <ac:spMk id="7" creationId="{00000000-0000-0000-0000-000000000000}"/>
          </ac:spMkLst>
        </pc:spChg>
        <pc:spChg chg="mod topLvl">
          <ac:chgData name="Lines, Todd" userId="afaf7c3a-e8aa-4568-882a-02ad8f9e19b0" providerId="ADAL" clId="{15C103A9-F942-4ACA-ACF2-A6EEDACA0042}" dt="2025-07-08T20:17:25.156" v="11" actId="165"/>
          <ac:spMkLst>
            <pc:docMk/>
            <pc:sldMk cId="3786113282" sldId="277"/>
            <ac:spMk id="17" creationId="{00000000-0000-0000-0000-000000000000}"/>
          </ac:spMkLst>
        </pc:spChg>
        <pc:spChg chg="mod topLvl">
          <ac:chgData name="Lines, Todd" userId="afaf7c3a-e8aa-4568-882a-02ad8f9e19b0" providerId="ADAL" clId="{15C103A9-F942-4ACA-ACF2-A6EEDACA0042}" dt="2025-07-08T20:17:25.156" v="11" actId="165"/>
          <ac:spMkLst>
            <pc:docMk/>
            <pc:sldMk cId="3786113282" sldId="277"/>
            <ac:spMk id="18" creationId="{00000000-0000-0000-0000-000000000000}"/>
          </ac:spMkLst>
        </pc:spChg>
        <pc:spChg chg="mod topLvl">
          <ac:chgData name="Lines, Todd" userId="afaf7c3a-e8aa-4568-882a-02ad8f9e19b0" providerId="ADAL" clId="{15C103A9-F942-4ACA-ACF2-A6EEDACA0042}" dt="2025-07-08T20:17:25.156" v="11" actId="165"/>
          <ac:spMkLst>
            <pc:docMk/>
            <pc:sldMk cId="3786113282" sldId="277"/>
            <ac:spMk id="19" creationId="{00000000-0000-0000-0000-000000000000}"/>
          </ac:spMkLst>
        </pc:spChg>
        <pc:spChg chg="mod topLvl">
          <ac:chgData name="Lines, Todd" userId="afaf7c3a-e8aa-4568-882a-02ad8f9e19b0" providerId="ADAL" clId="{15C103A9-F942-4ACA-ACF2-A6EEDACA0042}" dt="2025-07-08T20:17:25.156" v="11" actId="165"/>
          <ac:spMkLst>
            <pc:docMk/>
            <pc:sldMk cId="3786113282" sldId="277"/>
            <ac:spMk id="23" creationId="{00000000-0000-0000-0000-000000000000}"/>
          </ac:spMkLst>
        </pc:spChg>
        <pc:spChg chg="mod topLvl">
          <ac:chgData name="Lines, Todd" userId="afaf7c3a-e8aa-4568-882a-02ad8f9e19b0" providerId="ADAL" clId="{15C103A9-F942-4ACA-ACF2-A6EEDACA0042}" dt="2025-07-08T20:17:37.695" v="13" actId="207"/>
          <ac:spMkLst>
            <pc:docMk/>
            <pc:sldMk cId="3786113282" sldId="277"/>
            <ac:spMk id="40" creationId="{00000000-0000-0000-0000-000000000000}"/>
          </ac:spMkLst>
        </pc:spChg>
        <pc:grpChg chg="del mod topLvl">
          <ac:chgData name="Lines, Todd" userId="afaf7c3a-e8aa-4568-882a-02ad8f9e19b0" providerId="ADAL" clId="{15C103A9-F942-4ACA-ACF2-A6EEDACA0042}" dt="2025-07-08T20:17:45.328" v="14" actId="165"/>
          <ac:grpSpMkLst>
            <pc:docMk/>
            <pc:sldMk cId="3786113282" sldId="277"/>
            <ac:grpSpMk id="9" creationId="{00000000-0000-0000-0000-000000000000}"/>
          </ac:grpSpMkLst>
        </pc:grpChg>
      </pc:sldChg>
      <pc:sldChg chg="addSp delSp modSp add mod">
        <pc:chgData name="Lines, Todd" userId="afaf7c3a-e8aa-4568-882a-02ad8f9e19b0" providerId="ADAL" clId="{15C103A9-F942-4ACA-ACF2-A6EEDACA0042}" dt="2025-07-08T20:19:27.846" v="30" actId="478"/>
        <pc:sldMkLst>
          <pc:docMk/>
          <pc:sldMk cId="2931385951" sldId="278"/>
        </pc:sldMkLst>
        <pc:spChg chg="add mod">
          <ac:chgData name="Lines, Todd" userId="afaf7c3a-e8aa-4568-882a-02ad8f9e19b0" providerId="ADAL" clId="{15C103A9-F942-4ACA-ACF2-A6EEDACA0042}" dt="2025-07-08T20:19:06.537" v="25" actId="1076"/>
          <ac:spMkLst>
            <pc:docMk/>
            <pc:sldMk cId="2931385951" sldId="278"/>
            <ac:spMk id="3" creationId="{E5E780C5-111B-09CF-507B-5CE016321FCA}"/>
          </ac:spMkLst>
        </pc:spChg>
        <pc:spChg chg="mod">
          <ac:chgData name="Lines, Todd" userId="afaf7c3a-e8aa-4568-882a-02ad8f9e19b0" providerId="ADAL" clId="{15C103A9-F942-4ACA-ACF2-A6EEDACA0042}" dt="2025-07-08T20:19:25.311" v="29" actId="207"/>
          <ac:spMkLst>
            <pc:docMk/>
            <pc:sldMk cId="2931385951" sldId="278"/>
            <ac:spMk id="6" creationId="{00000000-0000-0000-0000-000000000000}"/>
          </ac:spMkLst>
        </pc:spChg>
        <pc:spChg chg="mod">
          <ac:chgData name="Lines, Todd" userId="afaf7c3a-e8aa-4568-882a-02ad8f9e19b0" providerId="ADAL" clId="{15C103A9-F942-4ACA-ACF2-A6EEDACA0042}" dt="2025-07-08T20:19:12.536" v="26" actId="207"/>
          <ac:spMkLst>
            <pc:docMk/>
            <pc:sldMk cId="2931385951" sldId="278"/>
            <ac:spMk id="7" creationId="{00000000-0000-0000-0000-000000000000}"/>
          </ac:spMkLst>
        </pc:spChg>
        <pc:spChg chg="del">
          <ac:chgData name="Lines, Todd" userId="afaf7c3a-e8aa-4568-882a-02ad8f9e19b0" providerId="ADAL" clId="{15C103A9-F942-4ACA-ACF2-A6EEDACA0042}" dt="2025-07-08T20:19:03.087" v="24" actId="478"/>
          <ac:spMkLst>
            <pc:docMk/>
            <pc:sldMk cId="2931385951" sldId="278"/>
            <ac:spMk id="14" creationId="{00000000-0000-0000-0000-000000000000}"/>
          </ac:spMkLst>
        </pc:spChg>
        <pc:spChg chg="mod">
          <ac:chgData name="Lines, Todd" userId="afaf7c3a-e8aa-4568-882a-02ad8f9e19b0" providerId="ADAL" clId="{15C103A9-F942-4ACA-ACF2-A6EEDACA0042}" dt="2025-07-08T20:18:57.592" v="22" actId="207"/>
          <ac:spMkLst>
            <pc:docMk/>
            <pc:sldMk cId="2931385951" sldId="278"/>
            <ac:spMk id="17" creationId="{00000000-0000-0000-0000-000000000000}"/>
          </ac:spMkLst>
        </pc:spChg>
        <pc:picChg chg="add del mod">
          <ac:chgData name="Lines, Todd" userId="afaf7c3a-e8aa-4568-882a-02ad8f9e19b0" providerId="ADAL" clId="{15C103A9-F942-4ACA-ACF2-A6EEDACA0042}" dt="2025-07-08T20:19:27.846" v="30" actId="478"/>
          <ac:picMkLst>
            <pc:docMk/>
            <pc:sldMk cId="2931385951" sldId="278"/>
            <ac:picMk id="2" creationId="{E7DFEE3B-AE74-2E18-7AC7-4C612F3193CF}"/>
          </ac:picMkLst>
        </pc:picChg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1685872068" sldId="279"/>
        </pc:sldMkLst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2774509932" sldId="280"/>
        </pc:sldMkLst>
      </pc:sldChg>
      <pc:sldChg chg="addSp delSp modSp add mod">
        <pc:chgData name="Lines, Todd" userId="afaf7c3a-e8aa-4568-882a-02ad8f9e19b0" providerId="ADAL" clId="{15C103A9-F942-4ACA-ACF2-A6EEDACA0042}" dt="2025-07-08T20:40:05.514" v="89" actId="207"/>
        <pc:sldMkLst>
          <pc:docMk/>
          <pc:sldMk cId="2629162565" sldId="281"/>
        </pc:sldMkLst>
        <pc:spChg chg="add mod">
          <ac:chgData name="Lines, Todd" userId="afaf7c3a-e8aa-4568-882a-02ad8f9e19b0" providerId="ADAL" clId="{15C103A9-F942-4ACA-ACF2-A6EEDACA0042}" dt="2025-07-08T20:39:51.680" v="81" actId="1038"/>
          <ac:spMkLst>
            <pc:docMk/>
            <pc:sldMk cId="2629162565" sldId="281"/>
            <ac:spMk id="2" creationId="{E9EC9EF4-065C-EF3D-AC57-D39002AFA233}"/>
          </ac:spMkLst>
        </pc:spChg>
        <pc:spChg chg="add mod">
          <ac:chgData name="Lines, Todd" userId="afaf7c3a-e8aa-4568-882a-02ad8f9e19b0" providerId="ADAL" clId="{15C103A9-F942-4ACA-ACF2-A6EEDACA0042}" dt="2025-07-08T20:39:58.221" v="87" actId="1035"/>
          <ac:spMkLst>
            <pc:docMk/>
            <pc:sldMk cId="2629162565" sldId="281"/>
            <ac:spMk id="3" creationId="{6960B83B-42DE-CE17-A10C-2E37FDC5C5DE}"/>
          </ac:spMkLst>
        </pc:spChg>
        <pc:spChg chg="mod">
          <ac:chgData name="Lines, Todd" userId="afaf7c3a-e8aa-4568-882a-02ad8f9e19b0" providerId="ADAL" clId="{15C103A9-F942-4ACA-ACF2-A6EEDACA0042}" dt="2025-07-08T20:38:23.972" v="66" actId="207"/>
          <ac:spMkLst>
            <pc:docMk/>
            <pc:sldMk cId="2629162565" sldId="281"/>
            <ac:spMk id="6" creationId="{00000000-0000-0000-0000-000000000000}"/>
          </ac:spMkLst>
        </pc:spChg>
        <pc:spChg chg="mod">
          <ac:chgData name="Lines, Todd" userId="afaf7c3a-e8aa-4568-882a-02ad8f9e19b0" providerId="ADAL" clId="{15C103A9-F942-4ACA-ACF2-A6EEDACA0042}" dt="2025-07-08T20:38:27.698" v="67" actId="207"/>
          <ac:spMkLst>
            <pc:docMk/>
            <pc:sldMk cId="2629162565" sldId="281"/>
            <ac:spMk id="15" creationId="{00000000-0000-0000-0000-000000000000}"/>
          </ac:spMkLst>
        </pc:spChg>
        <pc:spChg chg="mod">
          <ac:chgData name="Lines, Todd" userId="afaf7c3a-e8aa-4568-882a-02ad8f9e19b0" providerId="ADAL" clId="{15C103A9-F942-4ACA-ACF2-A6EEDACA0042}" dt="2025-07-08T20:40:05.514" v="89" actId="207"/>
          <ac:spMkLst>
            <pc:docMk/>
            <pc:sldMk cId="2629162565" sldId="281"/>
            <ac:spMk id="18" creationId="{00000000-0000-0000-0000-000000000000}"/>
          </ac:spMkLst>
        </pc:spChg>
        <pc:grpChg chg="del">
          <ac:chgData name="Lines, Todd" userId="afaf7c3a-e8aa-4568-882a-02ad8f9e19b0" providerId="ADAL" clId="{15C103A9-F942-4ACA-ACF2-A6EEDACA0042}" dt="2025-07-08T20:39:35.414" v="71" actId="478"/>
          <ac:grpSpMkLst>
            <pc:docMk/>
            <pc:sldMk cId="2629162565" sldId="281"/>
            <ac:grpSpMk id="20" creationId="{00000000-0000-0000-0000-000000000000}"/>
          </ac:grpSpMkLst>
        </pc:grpChg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3786188879" sldId="283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285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340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3556862412" sldId="341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484"/>
        </pc:sldMkLst>
      </pc:sldChg>
      <pc:sldChg chg="addSp delSp modSp new mod modClrScheme chgLayout">
        <pc:chgData name="Lines, Todd" userId="afaf7c3a-e8aa-4568-882a-02ad8f9e19b0" providerId="ADAL" clId="{15C103A9-F942-4ACA-ACF2-A6EEDACA0042}" dt="2025-07-08T20:13:29.685" v="6" actId="20577"/>
        <pc:sldMkLst>
          <pc:docMk/>
          <pc:sldMk cId="812188704" sldId="485"/>
        </pc:sldMkLst>
        <pc:spChg chg="del mod ord">
          <ac:chgData name="Lines, Todd" userId="afaf7c3a-e8aa-4568-882a-02ad8f9e19b0" providerId="ADAL" clId="{15C103A9-F942-4ACA-ACF2-A6EEDACA0042}" dt="2025-07-08T20:13:27.529" v="3" actId="700"/>
          <ac:spMkLst>
            <pc:docMk/>
            <pc:sldMk cId="812188704" sldId="485"/>
            <ac:spMk id="2" creationId="{613CB161-11B3-7B09-9EEF-82AA48AB1AC3}"/>
          </ac:spMkLst>
        </pc:spChg>
        <pc:spChg chg="del mod ord">
          <ac:chgData name="Lines, Todd" userId="afaf7c3a-e8aa-4568-882a-02ad8f9e19b0" providerId="ADAL" clId="{15C103A9-F942-4ACA-ACF2-A6EEDACA0042}" dt="2025-07-08T20:13:27.529" v="3" actId="700"/>
          <ac:spMkLst>
            <pc:docMk/>
            <pc:sldMk cId="812188704" sldId="485"/>
            <ac:spMk id="3" creationId="{9FE61B34-194C-C2D6-5028-2B266CA81C38}"/>
          </ac:spMkLst>
        </pc:spChg>
        <pc:spChg chg="add mod ord">
          <ac:chgData name="Lines, Todd" userId="afaf7c3a-e8aa-4568-882a-02ad8f9e19b0" providerId="ADAL" clId="{15C103A9-F942-4ACA-ACF2-A6EEDACA0042}" dt="2025-07-08T20:13:29.685" v="6" actId="20577"/>
          <ac:spMkLst>
            <pc:docMk/>
            <pc:sldMk cId="812188704" sldId="485"/>
            <ac:spMk id="4" creationId="{14B3B049-929F-8A23-FC89-28A2B47A97A6}"/>
          </ac:spMkLst>
        </pc:spChg>
        <pc:spChg chg="add mod ord">
          <ac:chgData name="Lines, Todd" userId="afaf7c3a-e8aa-4568-882a-02ad8f9e19b0" providerId="ADAL" clId="{15C103A9-F942-4ACA-ACF2-A6EEDACA0042}" dt="2025-07-08T20:13:27.529" v="3" actId="700"/>
          <ac:spMkLst>
            <pc:docMk/>
            <pc:sldMk cId="812188704" sldId="485"/>
            <ac:spMk id="5" creationId="{27DDBEE6-B713-8919-FD2B-779C5509DCE0}"/>
          </ac:spMkLst>
        </pc:spChg>
      </pc:sldChg>
      <pc:sldChg chg="add">
        <pc:chgData name="Lines, Todd" userId="afaf7c3a-e8aa-4568-882a-02ad8f9e19b0" providerId="ADAL" clId="{15C103A9-F942-4ACA-ACF2-A6EEDACA0042}" dt="2025-07-08T20:16:55.531" v="9"/>
        <pc:sldMkLst>
          <pc:docMk/>
          <pc:sldMk cId="0" sldId="486"/>
        </pc:sldMkLst>
      </pc:sldChg>
      <pc:sldChg chg="modSp add mod">
        <pc:chgData name="Lines, Todd" userId="afaf7c3a-e8aa-4568-882a-02ad8f9e19b0" providerId="ADAL" clId="{15C103A9-F942-4ACA-ACF2-A6EEDACA0042}" dt="2025-07-08T20:41:24.097" v="108" actId="403"/>
        <pc:sldMkLst>
          <pc:docMk/>
          <pc:sldMk cId="3773285898" sldId="487"/>
        </pc:sldMkLst>
        <pc:spChg chg="mod">
          <ac:chgData name="Lines, Todd" userId="afaf7c3a-e8aa-4568-882a-02ad8f9e19b0" providerId="ADAL" clId="{15C103A9-F942-4ACA-ACF2-A6EEDACA0042}" dt="2025-07-08T20:41:14.072" v="99" actId="1035"/>
          <ac:spMkLst>
            <pc:docMk/>
            <pc:sldMk cId="3773285898" sldId="487"/>
            <ac:spMk id="2" creationId="{7E38A43E-9BE1-6108-5AB1-82C525CDD6CE}"/>
          </ac:spMkLst>
        </pc:spChg>
        <pc:spChg chg="mod">
          <ac:chgData name="Lines, Todd" userId="afaf7c3a-e8aa-4568-882a-02ad8f9e19b0" providerId="ADAL" clId="{15C103A9-F942-4ACA-ACF2-A6EEDACA0042}" dt="2025-07-08T20:41:06.688" v="97" actId="1076"/>
          <ac:spMkLst>
            <pc:docMk/>
            <pc:sldMk cId="3773285898" sldId="487"/>
            <ac:spMk id="3" creationId="{133A15AF-EFC1-3119-C528-2F3C21BB2F8B}"/>
          </ac:spMkLst>
        </pc:spChg>
        <pc:spChg chg="mod">
          <ac:chgData name="Lines, Todd" userId="afaf7c3a-e8aa-4568-882a-02ad8f9e19b0" providerId="ADAL" clId="{15C103A9-F942-4ACA-ACF2-A6EEDACA0042}" dt="2025-07-08T20:41:02.318" v="96" actId="207"/>
          <ac:spMkLst>
            <pc:docMk/>
            <pc:sldMk cId="3773285898" sldId="487"/>
            <ac:spMk id="7" creationId="{EC6C5242-EB03-F99F-F72E-C25F95DD1560}"/>
          </ac:spMkLst>
        </pc:spChg>
        <pc:spChg chg="mod">
          <ac:chgData name="Lines, Todd" userId="afaf7c3a-e8aa-4568-882a-02ad8f9e19b0" providerId="ADAL" clId="{15C103A9-F942-4ACA-ACF2-A6EEDACA0042}" dt="2025-07-08T20:41:24.097" v="108" actId="403"/>
          <ac:spMkLst>
            <pc:docMk/>
            <pc:sldMk cId="3773285898" sldId="487"/>
            <ac:spMk id="10" creationId="{68937A56-452B-E298-73E9-9F08AE61846C}"/>
          </ac:spMkLst>
        </pc:spChg>
        <pc:spChg chg="mod">
          <ac:chgData name="Lines, Todd" userId="afaf7c3a-e8aa-4568-882a-02ad8f9e19b0" providerId="ADAL" clId="{15C103A9-F942-4ACA-ACF2-A6EEDACA0042}" dt="2025-07-08T20:40:38.560" v="92" actId="207"/>
          <ac:spMkLst>
            <pc:docMk/>
            <pc:sldMk cId="3773285898" sldId="487"/>
            <ac:spMk id="12" creationId="{CB57FC66-6749-5C2D-CDD1-E1E64401BFBE}"/>
          </ac:spMkLst>
        </pc:spChg>
        <pc:spChg chg="mod">
          <ac:chgData name="Lines, Todd" userId="afaf7c3a-e8aa-4568-882a-02ad8f9e19b0" providerId="ADAL" clId="{15C103A9-F942-4ACA-ACF2-A6EEDACA0042}" dt="2025-07-08T20:40:43.463" v="93" actId="1076"/>
          <ac:spMkLst>
            <pc:docMk/>
            <pc:sldMk cId="3773285898" sldId="487"/>
            <ac:spMk id="18" creationId="{A9238D92-1700-DE9F-4F03-194911492E76}"/>
          </ac:spMkLst>
        </pc:spChg>
        <pc:spChg chg="mod">
          <ac:chgData name="Lines, Todd" userId="afaf7c3a-e8aa-4568-882a-02ad8f9e19b0" providerId="ADAL" clId="{15C103A9-F942-4ACA-ACF2-A6EEDACA0042}" dt="2025-07-08T20:40:46.853" v="94" actId="1076"/>
          <ac:spMkLst>
            <pc:docMk/>
            <pc:sldMk cId="3773285898" sldId="487"/>
            <ac:spMk id="19" creationId="{4A4EDD8B-892E-162F-6592-657939C3C5FF}"/>
          </ac:spMkLst>
        </pc:spChg>
      </pc:sldChg>
      <pc:sldChg chg="addSp modSp new">
        <pc:chgData name="Lines, Todd" userId="afaf7c3a-e8aa-4568-882a-02ad8f9e19b0" providerId="ADAL" clId="{15C103A9-F942-4ACA-ACF2-A6EEDACA0042}" dt="2025-07-08T20:45:30.410" v="112" actId="14100"/>
        <pc:sldMkLst>
          <pc:docMk/>
          <pc:sldMk cId="2894817477" sldId="488"/>
        </pc:sldMkLst>
        <pc:picChg chg="add mod">
          <ac:chgData name="Lines, Todd" userId="afaf7c3a-e8aa-4568-882a-02ad8f9e19b0" providerId="ADAL" clId="{15C103A9-F942-4ACA-ACF2-A6EEDACA0042}" dt="2025-07-08T20:45:30.410" v="112" actId="14100"/>
          <ac:picMkLst>
            <pc:docMk/>
            <pc:sldMk cId="2894817477" sldId="488"/>
            <ac:picMk id="1026" creationId="{16BBFDAB-EC7C-2CF1-D77B-59EFC86475FF}"/>
          </ac:picMkLst>
        </pc:picChg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0" sldId="489"/>
        </pc:sldMkLst>
      </pc:sldChg>
      <pc:sldChg chg="modSp add mod">
        <pc:chgData name="Lines, Todd" userId="afaf7c3a-e8aa-4568-882a-02ad8f9e19b0" providerId="ADAL" clId="{15C103A9-F942-4ACA-ACF2-A6EEDACA0042}" dt="2025-07-08T21:05:32.009" v="156" actId="1038"/>
        <pc:sldMkLst>
          <pc:docMk/>
          <pc:sldMk cId="0" sldId="490"/>
        </pc:sldMkLst>
        <pc:spChg chg="mod">
          <ac:chgData name="Lines, Todd" userId="afaf7c3a-e8aa-4568-882a-02ad8f9e19b0" providerId="ADAL" clId="{15C103A9-F942-4ACA-ACF2-A6EEDACA0042}" dt="2025-07-08T21:05:32.009" v="156" actId="1038"/>
          <ac:spMkLst>
            <pc:docMk/>
            <pc:sldMk cId="0" sldId="490"/>
            <ac:spMk id="6" creationId="{00000000-0000-0000-0000-000000000000}"/>
          </ac:spMkLst>
        </pc:spChg>
        <pc:spChg chg="mod">
          <ac:chgData name="Lines, Todd" userId="afaf7c3a-e8aa-4568-882a-02ad8f9e19b0" providerId="ADAL" clId="{15C103A9-F942-4ACA-ACF2-A6EEDACA0042}" dt="2025-07-08T21:05:32.009" v="156" actId="1038"/>
          <ac:spMkLst>
            <pc:docMk/>
            <pc:sldMk cId="0" sldId="490"/>
            <ac:spMk id="8" creationId="{00000000-0000-0000-0000-000000000000}"/>
          </ac:spMkLst>
        </pc:spChg>
        <pc:spChg chg="mod">
          <ac:chgData name="Lines, Todd" userId="afaf7c3a-e8aa-4568-882a-02ad8f9e19b0" providerId="ADAL" clId="{15C103A9-F942-4ACA-ACF2-A6EEDACA0042}" dt="2025-07-08T21:05:32.009" v="156" actId="1038"/>
          <ac:spMkLst>
            <pc:docMk/>
            <pc:sldMk cId="0" sldId="490"/>
            <ac:spMk id="9" creationId="{00000000-0000-0000-0000-000000000000}"/>
          </ac:spMkLst>
        </pc:spChg>
        <pc:spChg chg="mod">
          <ac:chgData name="Lines, Todd" userId="afaf7c3a-e8aa-4568-882a-02ad8f9e19b0" providerId="ADAL" clId="{15C103A9-F942-4ACA-ACF2-A6EEDACA0042}" dt="2025-07-08T21:05:32.009" v="156" actId="1038"/>
          <ac:spMkLst>
            <pc:docMk/>
            <pc:sldMk cId="0" sldId="490"/>
            <ac:spMk id="10" creationId="{00000000-0000-0000-0000-000000000000}"/>
          </ac:spMkLst>
        </pc:spChg>
        <pc:picChg chg="mod">
          <ac:chgData name="Lines, Todd" userId="afaf7c3a-e8aa-4568-882a-02ad8f9e19b0" providerId="ADAL" clId="{15C103A9-F942-4ACA-ACF2-A6EEDACA0042}" dt="2025-07-08T21:05:32.009" v="156" actId="1038"/>
          <ac:picMkLst>
            <pc:docMk/>
            <pc:sldMk cId="0" sldId="490"/>
            <ac:picMk id="11" creationId="{00000000-0000-0000-0000-000000000000}"/>
          </ac:picMkLst>
        </pc:picChg>
        <pc:picChg chg="mod">
          <ac:chgData name="Lines, Todd" userId="afaf7c3a-e8aa-4568-882a-02ad8f9e19b0" providerId="ADAL" clId="{15C103A9-F942-4ACA-ACF2-A6EEDACA0042}" dt="2025-07-08T21:05:32.009" v="156" actId="1038"/>
          <ac:picMkLst>
            <pc:docMk/>
            <pc:sldMk cId="0" sldId="490"/>
            <ac:picMk id="1026" creationId="{00000000-0000-0000-0000-000000000000}"/>
          </ac:picMkLst>
        </pc:picChg>
        <pc:cxnChg chg="mod">
          <ac:chgData name="Lines, Todd" userId="afaf7c3a-e8aa-4568-882a-02ad8f9e19b0" providerId="ADAL" clId="{15C103A9-F942-4ACA-ACF2-A6EEDACA0042}" dt="2025-07-08T21:05:32.009" v="156" actId="1038"/>
          <ac:cxnSpMkLst>
            <pc:docMk/>
            <pc:sldMk cId="0" sldId="490"/>
            <ac:cxnSpMk id="7" creationId="{00000000-0000-0000-0000-000000000000}"/>
          </ac:cxnSpMkLst>
        </pc:cxnChg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0" sldId="491"/>
        </pc:sldMkLst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966884101" sldId="492"/>
        </pc:sldMkLst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0" sldId="493"/>
        </pc:sldMkLst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0" sldId="494"/>
        </pc:sldMkLst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0" sldId="495"/>
        </pc:sldMkLst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3662353773" sldId="496"/>
        </pc:sldMkLst>
      </pc:sldChg>
      <pc:sldChg chg="add">
        <pc:chgData name="Lines, Todd" userId="afaf7c3a-e8aa-4568-882a-02ad8f9e19b0" providerId="ADAL" clId="{15C103A9-F942-4ACA-ACF2-A6EEDACA0042}" dt="2025-07-08T21:00:12.861" v="114"/>
        <pc:sldMkLst>
          <pc:docMk/>
          <pc:sldMk cId="1698352114" sldId="497"/>
        </pc:sldMkLst>
      </pc:sldChg>
      <pc:sldChg chg="addSp modSp new mod">
        <pc:chgData name="Lines, Todd" userId="afaf7c3a-e8aa-4568-882a-02ad8f9e19b0" providerId="ADAL" clId="{15C103A9-F942-4ACA-ACF2-A6EEDACA0042}" dt="2025-07-08T21:24:04.733" v="166" actId="1076"/>
        <pc:sldMkLst>
          <pc:docMk/>
          <pc:sldMk cId="2879281007" sldId="498"/>
        </pc:sldMkLst>
        <pc:picChg chg="add mod">
          <ac:chgData name="Lines, Todd" userId="afaf7c3a-e8aa-4568-882a-02ad8f9e19b0" providerId="ADAL" clId="{15C103A9-F942-4ACA-ACF2-A6EEDACA0042}" dt="2025-07-08T21:24:02.185" v="165" actId="1076"/>
          <ac:picMkLst>
            <pc:docMk/>
            <pc:sldMk cId="2879281007" sldId="498"/>
            <ac:picMk id="5" creationId="{3DD76EDB-C6A3-6ECC-6BD3-53152EBE903D}"/>
          </ac:picMkLst>
        </pc:picChg>
        <pc:picChg chg="add mod">
          <ac:chgData name="Lines, Todd" userId="afaf7c3a-e8aa-4568-882a-02ad8f9e19b0" providerId="ADAL" clId="{15C103A9-F942-4ACA-ACF2-A6EEDACA0042}" dt="2025-07-08T21:24:04.733" v="166" actId="1076"/>
          <ac:picMkLst>
            <pc:docMk/>
            <pc:sldMk cId="2879281007" sldId="498"/>
            <ac:picMk id="7" creationId="{3199212E-4554-8F2B-2285-BEA7AA8AC6DC}"/>
          </ac:picMkLst>
        </pc:picChg>
        <pc:picChg chg="add mod">
          <ac:chgData name="Lines, Todd" userId="afaf7c3a-e8aa-4568-882a-02ad8f9e19b0" providerId="ADAL" clId="{15C103A9-F942-4ACA-ACF2-A6EEDACA0042}" dt="2025-07-08T21:23:59.143" v="163" actId="1076"/>
          <ac:picMkLst>
            <pc:docMk/>
            <pc:sldMk cId="2879281007" sldId="498"/>
            <ac:picMk id="8" creationId="{9B73A1A9-DB97-3D45-2807-39CD5B9A87F3}"/>
          </ac:picMkLst>
        </pc:picChg>
      </pc:sldChg>
    </pc:docChg>
  </pc:docChgLst>
  <pc:docChgLst>
    <pc:chgData name="Lines, Todd" userId="afaf7c3a-e8aa-4568-882a-02ad8f9e19b0" providerId="ADAL" clId="{19433E2F-A7AC-4341-9FA4-5680B2C19CE3}"/>
    <pc:docChg chg="custSel addSld modSld">
      <pc:chgData name="Lines, Todd" userId="afaf7c3a-e8aa-4568-882a-02ad8f9e19b0" providerId="ADAL" clId="{19433E2F-A7AC-4341-9FA4-5680B2C19CE3}" dt="2025-07-08T19:01:50.896" v="8" actId="20577"/>
      <pc:docMkLst>
        <pc:docMk/>
      </pc:docMkLst>
      <pc:sldChg chg="add">
        <pc:chgData name="Lines, Todd" userId="afaf7c3a-e8aa-4568-882a-02ad8f9e19b0" providerId="ADAL" clId="{19433E2F-A7AC-4341-9FA4-5680B2C19CE3}" dt="2025-07-03T22:45:43.067" v="5"/>
        <pc:sldMkLst>
          <pc:docMk/>
          <pc:sldMk cId="0" sldId="265"/>
        </pc:sldMkLst>
      </pc:sldChg>
      <pc:sldChg chg="addSp delSp modSp new mod">
        <pc:chgData name="Lines, Todd" userId="afaf7c3a-e8aa-4568-882a-02ad8f9e19b0" providerId="ADAL" clId="{19433E2F-A7AC-4341-9FA4-5680B2C19CE3}" dt="2025-07-03T22:44:15.552" v="4" actId="14100"/>
        <pc:sldMkLst>
          <pc:docMk/>
          <pc:sldMk cId="3556862412" sldId="341"/>
        </pc:sldMkLst>
      </pc:sldChg>
      <pc:sldChg chg="modSp add mod">
        <pc:chgData name="Lines, Todd" userId="afaf7c3a-e8aa-4568-882a-02ad8f9e19b0" providerId="ADAL" clId="{19433E2F-A7AC-4341-9FA4-5680B2C19CE3}" dt="2025-07-08T19:01:50.896" v="8" actId="20577"/>
        <pc:sldMkLst>
          <pc:docMk/>
          <pc:sldMk cId="0" sldId="484"/>
        </pc:sldMkLst>
        <pc:spChg chg="mod">
          <ac:chgData name="Lines, Todd" userId="afaf7c3a-e8aa-4568-882a-02ad8f9e19b0" providerId="ADAL" clId="{19433E2F-A7AC-4341-9FA4-5680B2C19CE3}" dt="2025-07-08T19:01:50.896" v="8" actId="20577"/>
          <ac:spMkLst>
            <pc:docMk/>
            <pc:sldMk cId="0" sldId="484"/>
            <ac:spMk id="35843" creationId="{25E6F564-0ACC-BFA0-5D1C-098F0645008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7975600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The useful work that comes from and engine is equal to 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-W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Q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</a:t>
            </a:r>
            <a:r>
              <a:rPr lang="en-US" dirty="0" err="1">
                <a:sym typeface="Symbol"/>
              </a:rPr>
              <a:t>E</a:t>
            </a:r>
            <a:r>
              <a:rPr lang="en-US" baseline="-25000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PV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377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8404486" y="2908092"/>
            <a:ext cx="1379095" cy="1094282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7894820" y="1813805"/>
            <a:ext cx="14990" cy="22035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7927299" y="4002374"/>
            <a:ext cx="2081135" cy="24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525075" y="1399081"/>
            <a:ext cx="3962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P</a:t>
            </a:r>
            <a:endParaRPr lang="en-US" sz="2800" i="1" baseline="-25000" dirty="0"/>
          </a:p>
        </p:txBody>
      </p:sp>
      <p:sp>
        <p:nvSpPr>
          <p:cNvPr id="29" name="TextBox 28"/>
          <p:cNvSpPr txBox="1"/>
          <p:nvPr/>
        </p:nvSpPr>
        <p:spPr>
          <a:xfrm>
            <a:off x="10075902" y="3770025"/>
            <a:ext cx="3946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V</a:t>
            </a:r>
            <a:endParaRPr lang="en-US" sz="2800" i="1" baseline="-25000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8404485" y="2908092"/>
            <a:ext cx="140907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9004084" y="2833117"/>
            <a:ext cx="119921" cy="164891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374501" y="2848111"/>
            <a:ext cx="104932" cy="10493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9726101" y="2850611"/>
            <a:ext cx="104932" cy="10493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204630" y="4027357"/>
            <a:ext cx="375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>
                <a:sym typeface="Symbol"/>
              </a:rPr>
              <a:t>V</a:t>
            </a:r>
            <a:r>
              <a:rPr lang="en-US" sz="2000" i="1" baseline="-25000" dirty="0">
                <a:sym typeface="Symbol"/>
              </a:rPr>
              <a:t>i</a:t>
            </a:r>
            <a:endParaRPr lang="en-US" sz="2000" i="1" baseline="-25000" dirty="0"/>
          </a:p>
        </p:txBody>
      </p:sp>
      <p:sp>
        <p:nvSpPr>
          <p:cNvPr id="39" name="TextBox 38"/>
          <p:cNvSpPr txBox="1"/>
          <p:nvPr/>
        </p:nvSpPr>
        <p:spPr>
          <a:xfrm>
            <a:off x="9556230" y="4029857"/>
            <a:ext cx="38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 err="1">
                <a:sym typeface="Symbol"/>
              </a:rPr>
              <a:t>V</a:t>
            </a:r>
            <a:r>
              <a:rPr lang="en-US" sz="2000" i="1" baseline="-25000" dirty="0" err="1">
                <a:sym typeface="Symbol"/>
              </a:rPr>
              <a:t>f</a:t>
            </a:r>
            <a:endParaRPr lang="en-US" sz="2000" i="1" baseline="-25000" dirty="0"/>
          </a:p>
        </p:txBody>
      </p:sp>
      <p:sp>
        <p:nvSpPr>
          <p:cNvPr id="4" name="Rectangle 3"/>
          <p:cNvSpPr/>
          <p:nvPr/>
        </p:nvSpPr>
        <p:spPr>
          <a:xfrm>
            <a:off x="2655359" y="1949705"/>
            <a:ext cx="3814125" cy="236746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018906" y="2323910"/>
            <a:ext cx="3814125" cy="16190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020984" y="2326056"/>
            <a:ext cx="2413949" cy="1619052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285360" y="2328200"/>
            <a:ext cx="288760" cy="161905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>
            <a:endCxn id="7" idx="1"/>
          </p:cNvCxnSpPr>
          <p:nvPr/>
        </p:nvCxnSpPr>
        <p:spPr>
          <a:xfrm>
            <a:off x="4699531" y="3133436"/>
            <a:ext cx="585829" cy="429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>
            <a:off x="5574121" y="3122713"/>
            <a:ext cx="585829" cy="429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662137" y="2528703"/>
            <a:ext cx="7359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FF0000"/>
                </a:solidFill>
              </a:rPr>
              <a:t>F</a:t>
            </a:r>
            <a:r>
              <a:rPr lang="en-US" sz="2800" i="1" baseline="-25000" dirty="0" err="1">
                <a:solidFill>
                  <a:srgbClr val="FF0000"/>
                </a:solidFill>
              </a:rPr>
              <a:t>gas</a:t>
            </a:r>
            <a:endParaRPr lang="en-US" sz="2800" i="1" baseline="-25000" dirty="0">
              <a:solidFill>
                <a:srgbClr val="FF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23978" y="2530848"/>
            <a:ext cx="12060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FF0000"/>
                </a:solidFill>
              </a:rPr>
              <a:t>F</a:t>
            </a:r>
            <a:r>
              <a:rPr lang="en-US" sz="2800" i="1" baseline="-25000" dirty="0" err="1">
                <a:solidFill>
                  <a:srgbClr val="FF0000"/>
                </a:solidFill>
              </a:rPr>
              <a:t>external</a:t>
            </a:r>
            <a:endParaRPr lang="en-US" sz="2800" i="1" baseline="-25000" dirty="0">
              <a:solidFill>
                <a:srgbClr val="FF0000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27959" y="2317477"/>
            <a:ext cx="288760" cy="161905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4512564" y="1808173"/>
            <a:ext cx="785261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26821" y="1244184"/>
            <a:ext cx="5629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x</a:t>
            </a:r>
            <a:endParaRPr lang="en-US" sz="2800" i="1" baseline="-25000" dirty="0"/>
          </a:p>
        </p:txBody>
      </p:sp>
      <p:sp>
        <p:nvSpPr>
          <p:cNvPr id="40" name="Right Arrow 39"/>
          <p:cNvSpPr/>
          <p:nvPr/>
        </p:nvSpPr>
        <p:spPr>
          <a:xfrm>
            <a:off x="2468380" y="2695970"/>
            <a:ext cx="772797" cy="900665"/>
          </a:xfrm>
          <a:prstGeom prst="right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1871128" y="2850630"/>
            <a:ext cx="4475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Q</a:t>
            </a:r>
            <a:endParaRPr lang="en-US" sz="2800" i="1" baseline="-25000" dirty="0"/>
          </a:p>
        </p:txBody>
      </p:sp>
    </p:spTree>
    <p:extLst>
      <p:ext uri="{BB962C8B-B14F-4D97-AF65-F5344CB8AC3E}">
        <p14:creationId xmlns:p14="http://schemas.microsoft.com/office/powerpoint/2010/main" val="3786113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5783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16">
            <a:extLst>
              <a:ext uri="{FF2B5EF4-FFF2-40B4-BE49-F238E27FC236}">
                <a16:creationId xmlns:a16="http://schemas.microsoft.com/office/drawing/2014/main" id="{E5E780C5-111B-09CF-507B-5CE016321FCA}"/>
              </a:ext>
            </a:extLst>
          </p:cNvPr>
          <p:cNvSpPr/>
          <p:nvPr/>
        </p:nvSpPr>
        <p:spPr>
          <a:xfrm>
            <a:off x="5802420" y="1805941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85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168" y="112882"/>
            <a:ext cx="10515600" cy="735524"/>
          </a:xfrm>
        </p:spPr>
        <p:txBody>
          <a:bodyPr/>
          <a:lstStyle/>
          <a:p>
            <a:pPr algn="ctr"/>
            <a:r>
              <a:rPr lang="en-US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316" y="1454288"/>
            <a:ext cx="5354116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picture shows the Anderson Ranch Dam and Reservoir.</a:t>
            </a:r>
          </a:p>
          <a:p>
            <a:pPr marL="0" indent="0">
              <a:buNone/>
            </a:pPr>
            <a:r>
              <a:rPr lang="en-US" sz="2400" dirty="0"/>
              <a:t>If I take out a cup of water out of the reservoir, how much do the volume and the pressure of the water change?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up, pressure down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down pressure goes up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down pressure goes down</a:t>
            </a:r>
          </a:p>
          <a:p>
            <a:pPr marL="0" indent="0">
              <a:buNone/>
            </a:pPr>
            <a:r>
              <a:rPr lang="en-US" sz="2400" dirty="0"/>
              <a:t>d)  You wouldn’t notice any difference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101581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8460" y="1454288"/>
            <a:ext cx="5244280" cy="35202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53196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1" y="1600201"/>
            <a:ext cx="4666343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By how much does the temperature of the hot reservoir change as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r>
              <a:rPr lang="en-US" dirty="0"/>
              <a:t> leaves?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1000K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72074" y="1604424"/>
            <a:ext cx="2926669" cy="4177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689265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5450114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What would you call the process shown in the energy transfer diagram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65560" y="1816904"/>
            <a:ext cx="2699489" cy="38529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15234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4738914" cy="4525963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What does the energy transfer diagram mean?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Heat is turned into useful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Work is turned into waste energy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Energy is turned into useful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This is an impossible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pic>
        <p:nvPicPr>
          <p:cNvPr id="816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94475" y="1422399"/>
            <a:ext cx="3652611" cy="4669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974810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123.17.4.5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would you call the process shown in the energy transfer diagram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8464" y="2459851"/>
            <a:ext cx="2264367" cy="29408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58448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72875-D558-9923-ECFA-8F7942211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B57FC66-6749-5C2D-CDD1-E1E64401BFBE}"/>
              </a:ext>
            </a:extLst>
          </p:cNvPr>
          <p:cNvSpPr/>
          <p:nvPr/>
        </p:nvSpPr>
        <p:spPr>
          <a:xfrm>
            <a:off x="6612545" y="2931712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1C99C7-F325-4C21-67BA-FEBAB02CE1A7}"/>
              </a:ext>
            </a:extLst>
          </p:cNvPr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6C5242-EB03-F99F-F72E-C25F95DD1560}"/>
              </a:ext>
            </a:extLst>
          </p:cNvPr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EF7FB0-D8D6-2FE3-5A2F-FB6E939FC0BA}"/>
              </a:ext>
            </a:extLst>
          </p:cNvPr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804AAD-CB37-D6C5-6982-E162C62C316E}"/>
              </a:ext>
            </a:extLst>
          </p:cNvPr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AAE0C0-CC61-0AF0-B33A-F83EE8112E0C}"/>
              </a:ext>
            </a:extLst>
          </p:cNvPr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3698E15-91DB-500D-29FA-A3144D0D4E0C}"/>
              </a:ext>
            </a:extLst>
          </p:cNvPr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8937A56-452B-E298-73E9-9F08AE61846C}"/>
              </a:ext>
            </a:extLst>
          </p:cNvPr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9F74DF-D930-4495-48C6-F20D93B68BA0}"/>
              </a:ext>
            </a:extLst>
          </p:cNvPr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710F6C-8384-74EE-6E57-5D928F5751F7}"/>
              </a:ext>
            </a:extLst>
          </p:cNvPr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A9238D92-1700-DE9F-4F03-194911492E76}"/>
              </a:ext>
            </a:extLst>
          </p:cNvPr>
          <p:cNvSpPr/>
          <p:nvPr/>
        </p:nvSpPr>
        <p:spPr>
          <a:xfrm rot="16200000">
            <a:off x="7578522" y="3011772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4EDD8B-892E-162F-6592-657939C3C5FF}"/>
              </a:ext>
            </a:extLst>
          </p:cNvPr>
          <p:cNvSpPr txBox="1"/>
          <p:nvPr/>
        </p:nvSpPr>
        <p:spPr>
          <a:xfrm>
            <a:off x="8079558" y="3081819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Down Arrow 16">
            <a:extLst>
              <a:ext uri="{FF2B5EF4-FFF2-40B4-BE49-F238E27FC236}">
                <a16:creationId xmlns:a16="http://schemas.microsoft.com/office/drawing/2014/main" id="{7E38A43E-9BE1-6108-5AB1-82C525CDD6CE}"/>
              </a:ext>
            </a:extLst>
          </p:cNvPr>
          <p:cNvSpPr/>
          <p:nvPr/>
        </p:nvSpPr>
        <p:spPr>
          <a:xfrm>
            <a:off x="5802657" y="4137696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16">
            <a:extLst>
              <a:ext uri="{FF2B5EF4-FFF2-40B4-BE49-F238E27FC236}">
                <a16:creationId xmlns:a16="http://schemas.microsoft.com/office/drawing/2014/main" id="{133A15AF-EFC1-3119-C528-2F3C21BB2F8B}"/>
              </a:ext>
            </a:extLst>
          </p:cNvPr>
          <p:cNvSpPr/>
          <p:nvPr/>
        </p:nvSpPr>
        <p:spPr>
          <a:xfrm>
            <a:off x="5783061" y="1805064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285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98AF-165D-D611-A2FD-4CAA0B6B5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DCEE9-1FCE-3F31-4CEA-EABD94B3E7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6BBFDAB-EC7C-2CF1-D77B-59EFC8647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9850" y="-43895"/>
            <a:ext cx="6934200" cy="6907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4817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24150" y="1308100"/>
            <a:ext cx="6743700" cy="424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685872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>
            <a:off x="3469932" y="1565616"/>
            <a:ext cx="36958" cy="35928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3535016" y="5134003"/>
            <a:ext cx="5131018" cy="406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93044" y="934392"/>
            <a:ext cx="4876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>
                <a:sym typeface="Symbol"/>
              </a:rPr>
              <a:t>P</a:t>
            </a:r>
            <a:endParaRPr lang="en-US" sz="4000" i="1" baseline="-25000" dirty="0"/>
          </a:p>
        </p:txBody>
      </p:sp>
      <p:sp>
        <p:nvSpPr>
          <p:cNvPr id="8" name="TextBox 7"/>
          <p:cNvSpPr txBox="1"/>
          <p:nvPr/>
        </p:nvSpPr>
        <p:spPr>
          <a:xfrm>
            <a:off x="8802397" y="4920059"/>
            <a:ext cx="453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ym typeface="Symbol"/>
              </a:rPr>
              <a:t>V</a:t>
            </a:r>
            <a:endParaRPr lang="en-US" sz="3600" i="1" baseline="-25000" dirty="0"/>
          </a:p>
        </p:txBody>
      </p:sp>
      <p:sp>
        <p:nvSpPr>
          <p:cNvPr id="17" name="Freeform 16"/>
          <p:cNvSpPr/>
          <p:nvPr/>
        </p:nvSpPr>
        <p:spPr>
          <a:xfrm>
            <a:off x="4716904" y="2041155"/>
            <a:ext cx="2710728" cy="2291003"/>
          </a:xfrm>
          <a:custGeom>
            <a:avLst/>
            <a:gdLst>
              <a:gd name="connsiteX0" fmla="*/ 334780 w 2266013"/>
              <a:gd name="connsiteY0" fmla="*/ 507167 h 2023672"/>
              <a:gd name="connsiteX1" fmla="*/ 769495 w 2266013"/>
              <a:gd name="connsiteY1" fmla="*/ 132413 h 2023672"/>
              <a:gd name="connsiteX2" fmla="*/ 1504013 w 2266013"/>
              <a:gd name="connsiteY2" fmla="*/ 147403 h 2023672"/>
              <a:gd name="connsiteX3" fmla="*/ 2223541 w 2266013"/>
              <a:gd name="connsiteY3" fmla="*/ 1016832 h 2023672"/>
              <a:gd name="connsiteX4" fmla="*/ 1758846 w 2266013"/>
              <a:gd name="connsiteY4" fmla="*/ 1901252 h 2023672"/>
              <a:gd name="connsiteX5" fmla="*/ 259829 w 2266013"/>
              <a:gd name="connsiteY5" fmla="*/ 1751350 h 2023672"/>
              <a:gd name="connsiteX6" fmla="*/ 199869 w 2266013"/>
              <a:gd name="connsiteY6" fmla="*/ 776990 h 2023672"/>
              <a:gd name="connsiteX7" fmla="*/ 334780 w 2266013"/>
              <a:gd name="connsiteY7" fmla="*/ 507167 h 20236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66013" h="2023672">
                <a:moveTo>
                  <a:pt x="334780" y="507167"/>
                </a:moveTo>
                <a:cubicBezTo>
                  <a:pt x="429718" y="399738"/>
                  <a:pt x="574623" y="192374"/>
                  <a:pt x="769495" y="132413"/>
                </a:cubicBezTo>
                <a:cubicBezTo>
                  <a:pt x="964367" y="72452"/>
                  <a:pt x="1261672" y="0"/>
                  <a:pt x="1504013" y="147403"/>
                </a:cubicBezTo>
                <a:cubicBezTo>
                  <a:pt x="1746354" y="294806"/>
                  <a:pt x="2181069" y="724524"/>
                  <a:pt x="2223541" y="1016832"/>
                </a:cubicBezTo>
                <a:cubicBezTo>
                  <a:pt x="2266013" y="1309140"/>
                  <a:pt x="2086131" y="1778832"/>
                  <a:pt x="1758846" y="1901252"/>
                </a:cubicBezTo>
                <a:cubicBezTo>
                  <a:pt x="1431561" y="2023672"/>
                  <a:pt x="519658" y="1938727"/>
                  <a:pt x="259829" y="1751350"/>
                </a:cubicBezTo>
                <a:cubicBezTo>
                  <a:pt x="0" y="1563973"/>
                  <a:pt x="179882" y="984354"/>
                  <a:pt x="199869" y="776990"/>
                </a:cubicBezTo>
                <a:cubicBezTo>
                  <a:pt x="219856" y="569626"/>
                  <a:pt x="239842" y="614596"/>
                  <a:pt x="334780" y="507167"/>
                </a:cubicBezTo>
                <a:close/>
              </a:path>
            </a:pathLst>
          </a:custGeom>
          <a:solidFill>
            <a:srgbClr val="FFFF66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/>
          <p:cNvSpPr/>
          <p:nvPr/>
        </p:nvSpPr>
        <p:spPr>
          <a:xfrm rot="5400000">
            <a:off x="6060918" y="2003571"/>
            <a:ext cx="258461" cy="231441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4862451" y="2712361"/>
            <a:ext cx="184244" cy="19572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211581" y="3027994"/>
            <a:ext cx="1916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</a:t>
            </a:r>
            <a:r>
              <a:rPr lang="en-US" sz="2800" dirty="0"/>
              <a:t> = Area</a:t>
            </a:r>
          </a:p>
        </p:txBody>
      </p:sp>
    </p:spTree>
    <p:extLst>
      <p:ext uri="{BB962C8B-B14F-4D97-AF65-F5344CB8AC3E}">
        <p14:creationId xmlns:p14="http://schemas.microsoft.com/office/powerpoint/2010/main" val="27745099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ECEF9B3-9161-46FB-86BC-7899ECBE4F19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2027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123.17.5</a:t>
            </a:r>
          </a:p>
        </p:txBody>
      </p:sp>
      <p:sp>
        <p:nvSpPr>
          <p:cNvPr id="2027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Suppose I tell you I have an engine that has and efficiency e=</a:t>
            </a:r>
            <a:r>
              <a:rPr lang="en-US" dirty="0">
                <a:sym typeface="Symbol" panose="05050102010706020507" pitchFamily="18" charset="2"/>
              </a:rPr>
              <a:t></a:t>
            </a:r>
            <a:r>
              <a:rPr lang="en-US" dirty="0"/>
              <a:t>=1, what is Q</a:t>
            </a:r>
            <a:r>
              <a:rPr lang="en-US" baseline="-25000" dirty="0"/>
              <a:t>c</a:t>
            </a:r>
            <a:r>
              <a:rPr lang="en-US" dirty="0"/>
              <a:t> for this engine?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0</a:t>
            </a:r>
          </a:p>
          <a:p>
            <a:pPr marL="609600" indent="-609600">
              <a:buFontTx/>
              <a:buAutoNum type="alphaLcParenR"/>
            </a:pP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+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-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/>
              <a:t> </a:t>
            </a: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5962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A74AA1F-8560-4DAC-BC73-994692E9795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203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123.17.6</a:t>
            </a:r>
          </a:p>
        </p:txBody>
      </p:sp>
      <p:sp>
        <p:nvSpPr>
          <p:cNvPr id="20378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If I tell you I have a heat engine which operates with Q</a:t>
            </a:r>
            <a:r>
              <a:rPr lang="en-US" baseline="-25000" dirty="0"/>
              <a:t>c</a:t>
            </a:r>
            <a:r>
              <a:rPr lang="en-US" dirty="0"/>
              <a:t> = 0, what should you do?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Buy Stock in my company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See if you can get your hands on the secret plans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Applaud the wonderful engineering achievement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Tell me I am lying (Kindly, this is BYU-I)</a:t>
            </a:r>
          </a:p>
        </p:txBody>
      </p:sp>
    </p:spTree>
    <p:extLst>
      <p:ext uri="{BB962C8B-B14F-4D97-AF65-F5344CB8AC3E}">
        <p14:creationId xmlns:p14="http://schemas.microsoft.com/office/powerpoint/2010/main" val="3080544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D08FD7-F674-478A-8D42-6C695335457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201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123.17.7</a:t>
            </a:r>
            <a:endParaRPr lang="en-US" dirty="0"/>
          </a:p>
        </p:txBody>
      </p:sp>
      <p:sp>
        <p:nvSpPr>
          <p:cNvPr id="20173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It is a hot day. You don’t have and air conditioner, but you have a refrigerator. You open the door of the fridge. The air in your apartment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cooler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hotter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Stays the same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605055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47831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Refrigerator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8" name="Down Arrow 17"/>
          <p:cNvSpPr/>
          <p:nvPr/>
        </p:nvSpPr>
        <p:spPr>
          <a:xfrm rot="16200000">
            <a:off x="4494557" y="2987414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792490" y="303051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Down Arrow 16">
            <a:extLst>
              <a:ext uri="{FF2B5EF4-FFF2-40B4-BE49-F238E27FC236}">
                <a16:creationId xmlns:a16="http://schemas.microsoft.com/office/drawing/2014/main" id="{E9EC9EF4-065C-EF3D-AC57-D39002AFA233}"/>
              </a:ext>
            </a:extLst>
          </p:cNvPr>
          <p:cNvSpPr/>
          <p:nvPr/>
        </p:nvSpPr>
        <p:spPr>
          <a:xfrm flipV="1">
            <a:off x="5811375" y="4499109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16">
            <a:extLst>
              <a:ext uri="{FF2B5EF4-FFF2-40B4-BE49-F238E27FC236}">
                <a16:creationId xmlns:a16="http://schemas.microsoft.com/office/drawing/2014/main" id="{6960B83B-42DE-CE17-A10C-2E37FDC5C5DE}"/>
              </a:ext>
            </a:extLst>
          </p:cNvPr>
          <p:cNvSpPr/>
          <p:nvPr/>
        </p:nvSpPr>
        <p:spPr>
          <a:xfrm flipV="1">
            <a:off x="5803303" y="2106656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625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4" name="Down Arrow 13"/>
          <p:cNvSpPr/>
          <p:nvPr/>
        </p:nvSpPr>
        <p:spPr>
          <a:xfrm flipV="1">
            <a:off x="5783060" y="182880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 flipV="1">
            <a:off x="5783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4" name="Down Arrow 13"/>
          <p:cNvSpPr/>
          <p:nvPr/>
        </p:nvSpPr>
        <p:spPr>
          <a:xfrm flipV="1">
            <a:off x="5783060" y="182880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 flipV="1">
            <a:off x="5783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&quot;No&quot; Symbol 11"/>
          <p:cNvSpPr/>
          <p:nvPr/>
        </p:nvSpPr>
        <p:spPr>
          <a:xfrm>
            <a:off x="3322820" y="64457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50829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2938073"/>
            <a:ext cx="685800" cy="2014927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5783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6200000">
            <a:off x="4509521" y="2987414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702549" y="303051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620216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13"/>
            <a:ext cx="685800" cy="187375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19249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5768070" y="1880015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6200000">
            <a:off x="7087830" y="2987415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7689932" y="309047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620216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13"/>
            <a:ext cx="685800" cy="187375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19249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5768070" y="1880015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6200000">
            <a:off x="7087830" y="2987415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7689932" y="309047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13" name="&quot;No&quot; Symbol 12"/>
          <p:cNvSpPr/>
          <p:nvPr/>
        </p:nvSpPr>
        <p:spPr>
          <a:xfrm>
            <a:off x="3298060" y="64223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4" name="Down Arrow 13"/>
          <p:cNvSpPr/>
          <p:nvPr/>
        </p:nvSpPr>
        <p:spPr>
          <a:xfrm>
            <a:off x="5783060" y="182880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5783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6200000">
            <a:off x="6937927" y="2987414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1"/>
            <a:ext cx="685800" cy="1918741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4" name="Down Arrow 13"/>
          <p:cNvSpPr/>
          <p:nvPr/>
        </p:nvSpPr>
        <p:spPr>
          <a:xfrm>
            <a:off x="5783060" y="182880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6200000">
            <a:off x="6937927" y="2987414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20" name="&quot;No&quot; Symbol 19"/>
          <p:cNvSpPr/>
          <p:nvPr/>
        </p:nvSpPr>
        <p:spPr>
          <a:xfrm>
            <a:off x="3322820" y="64457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29183" y="0"/>
            <a:ext cx="4080562" cy="5778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3765029" y="6013928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i="1" dirty="0"/>
              <a:t>Manual of Driving and Maintenance for Mechanical Vehicles (Wheeled)</a:t>
            </a:r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5821" y="393699"/>
            <a:ext cx="7141332" cy="565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0579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1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775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775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775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8877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8877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363855" y="53964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064052" y="54864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66353" y="47993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124013" y="51517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02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5226" y="49542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264" b="54865"/>
          <a:stretch>
            <a:fillRect/>
          </a:stretch>
        </p:blipFill>
        <p:spPr bwMode="auto">
          <a:xfrm>
            <a:off x="1109794" y="749509"/>
            <a:ext cx="4489697" cy="5888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Arc 5"/>
          <p:cNvSpPr/>
          <p:nvPr/>
        </p:nvSpPr>
        <p:spPr>
          <a:xfrm>
            <a:off x="263856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25315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143934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7186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raises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7202" y="269074"/>
            <a:ext cx="2698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AB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9490" y="1340945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408" y="363600"/>
            <a:ext cx="6942193" cy="5622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8072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30900" y="62331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5243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5243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42095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16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664983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t="50323" r="48736" b="3764"/>
          <a:stretch>
            <a:fillRect/>
          </a:stretch>
        </p:blipFill>
        <p:spPr bwMode="auto">
          <a:xfrm>
            <a:off x="2330556" y="858704"/>
            <a:ext cx="4557009" cy="5779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3524120" y="263828"/>
            <a:ext cx="6011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CD (Power Stroke)</a:t>
            </a:r>
          </a:p>
        </p:txBody>
      </p:sp>
      <p:sp>
        <p:nvSpPr>
          <p:cNvPr id="7" name="Arc 6"/>
          <p:cNvSpPr/>
          <p:nvPr/>
        </p:nvSpPr>
        <p:spPr>
          <a:xfrm>
            <a:off x="38145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44291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4478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0" name="Freeform 9"/>
          <p:cNvSpPr/>
          <p:nvPr/>
        </p:nvSpPr>
        <p:spPr>
          <a:xfrm>
            <a:off x="26153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1474" y="1933294"/>
            <a:ext cx="3904454" cy="3161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201" y="266700"/>
            <a:ext cx="7060209" cy="5920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76900" y="62712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1" name="Oval 10"/>
          <p:cNvSpPr/>
          <p:nvPr/>
        </p:nvSpPr>
        <p:spPr>
          <a:xfrm>
            <a:off x="9385919" y="53429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85919" y="54503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871855" y="54853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572052" y="55753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4353" y="488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2406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6200000">
            <a:off x="1667509" y="29286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966884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632" t="51620" b="3505"/>
          <a:stretch>
            <a:fillRect/>
          </a:stretch>
        </p:blipFill>
        <p:spPr bwMode="auto">
          <a:xfrm>
            <a:off x="3667594" y="783364"/>
            <a:ext cx="4482059" cy="5889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Arc 6"/>
          <p:cNvSpPr/>
          <p:nvPr/>
        </p:nvSpPr>
        <p:spPr>
          <a:xfrm>
            <a:off x="52115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58261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8448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8550" y="2202806"/>
            <a:ext cx="15597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Exhaust valve opens</a:t>
            </a:r>
          </a:p>
        </p:txBody>
      </p:sp>
      <p:sp>
        <p:nvSpPr>
          <p:cNvPr id="11" name="Freeform 10"/>
          <p:cNvSpPr/>
          <p:nvPr/>
        </p:nvSpPr>
        <p:spPr>
          <a:xfrm flipH="1">
            <a:off x="7385154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40123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77686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3080990" y="781987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1497019" y="2127855"/>
            <a:ext cx="1125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/>
          <p:cNvSpPr/>
          <p:nvPr/>
        </p:nvSpPr>
        <p:spPr>
          <a:xfrm>
            <a:off x="45257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2786921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51403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590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/>
          <p:cNvSpPr/>
          <p:nvPr/>
        </p:nvSpPr>
        <p:spPr>
          <a:xfrm>
            <a:off x="33265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00112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8582" y="1845898"/>
            <a:ext cx="2969718" cy="2599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282" y="363474"/>
            <a:ext cx="7055444" cy="5719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0579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1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775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775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775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8877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8877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468786" y="5741234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019082" y="5546363"/>
            <a:ext cx="389745" cy="3747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081540" y="4424599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034073" y="4946755"/>
            <a:ext cx="104931" cy="26982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02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5226" y="49542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648264" y="1499019"/>
            <a:ext cx="1244184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  <a:alpha val="53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/>
          <p:cNvSpPr/>
          <p:nvPr/>
        </p:nvSpPr>
        <p:spPr>
          <a:xfrm>
            <a:off x="9139003" y="5054184"/>
            <a:ext cx="1064303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008026" y="1611446"/>
            <a:ext cx="88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 err="1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en-US" sz="2400" baseline="-25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268915" y="5211582"/>
            <a:ext cx="51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>
                <a:solidFill>
                  <a:schemeClr val="accent6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393957" y="4023608"/>
            <a:ext cx="244090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/>
          <p:cNvSpPr/>
          <p:nvPr/>
        </p:nvSpPr>
        <p:spPr>
          <a:xfrm>
            <a:off x="2228537" y="4023608"/>
            <a:ext cx="220855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166074" y="4175025"/>
            <a:ext cx="2134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Work Required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376469" y="4175025"/>
            <a:ext cx="2359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Useful Work Out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905001" y="442834"/>
            <a:ext cx="7885575" cy="6415167"/>
            <a:chOff x="381000" y="442833"/>
            <a:chExt cx="7885575" cy="6415167"/>
          </a:xfrm>
        </p:grpSpPr>
        <p:pic>
          <p:nvPicPr>
            <p:cNvPr id="2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99" y="442833"/>
              <a:ext cx="7057243" cy="56425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 rot="16200000">
              <a:off x="-466091" y="2839730"/>
              <a:ext cx="22174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Pressure (Pa)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57600" y="6334780"/>
              <a:ext cx="2067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Volume (m</a:t>
              </a:r>
              <a:r>
                <a:rPr lang="en-US" sz="2800" baseline="30000" dirty="0"/>
                <a:t>3</a:t>
              </a:r>
              <a:r>
                <a:rPr lang="en-US" sz="2800" dirty="0"/>
                <a:t>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251020" y="2490850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7353919" y="5361466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39855" y="5396460"/>
              <a:ext cx="4267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 flipV="1">
              <a:off x="7540052" y="5486400"/>
              <a:ext cx="299804" cy="11992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1936228" y="2131104"/>
              <a:ext cx="43313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8551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7801" y="369874"/>
            <a:ext cx="7171543" cy="5662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5405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9600" y="62585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283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385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874353" y="47993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1517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623537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3700" y="282000"/>
            <a:ext cx="8121754" cy="606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13400" y="63474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4206820" y="53691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09719" y="53741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795655" y="54091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495852" y="54991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97026" y="49669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 rot="16200000">
            <a:off x="1273809" y="23698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16983521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F4B4A-DF32-C870-E5B4-156E8E0E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2C8E7-2905-7A1A-4A8C-166F1F2E8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D76EDB-C6A3-6ECC-6BD3-53152EBE9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8224" y="1690688"/>
            <a:ext cx="6848272" cy="15003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99212E-4554-8F2B-2285-BEA7AA8A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0" y="3872192"/>
            <a:ext cx="7600545" cy="20219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73A1A9-DB97-3D45-2807-39CD5B9A8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1440" y="1586431"/>
            <a:ext cx="4142074" cy="329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2810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B3B049-929F-8A23-FC89-28A2B47A97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7DDBEE6-B713-8919-FD2B-779C5509DC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88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558</Words>
  <Application>Microsoft Office PowerPoint</Application>
  <PresentationFormat>Widescreen</PresentationFormat>
  <Paragraphs>173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Aptos Display</vt:lpstr>
      <vt:lpstr>Arial</vt:lpstr>
      <vt:lpstr>Symbol</vt:lpstr>
      <vt:lpstr>Times</vt:lpstr>
      <vt:lpstr>Office Theme</vt:lpstr>
      <vt:lpstr>Lecture 37</vt:lpstr>
      <vt:lpstr>Question 123.17.1</vt:lpstr>
      <vt:lpstr>PowerPoint Presentation</vt:lpstr>
      <vt:lpstr>PowerPoint Presentation</vt:lpstr>
      <vt:lpstr>Question</vt:lpstr>
      <vt:lpstr>Question 123.17.2</vt:lpstr>
      <vt:lpstr>Question 123.17.3</vt:lpstr>
      <vt:lpstr>Question 123.17.4</vt:lpstr>
      <vt:lpstr>Question 123.17.4.5</vt:lpstr>
      <vt:lpstr>PowerPoint Presentation</vt:lpstr>
      <vt:lpstr>PowerPoint Presentation</vt:lpstr>
      <vt:lpstr>PowerPoint Presentation</vt:lpstr>
      <vt:lpstr>PowerPoint Presentation</vt:lpstr>
      <vt:lpstr>Question 123.17.5</vt:lpstr>
      <vt:lpstr>Question 123.17.6</vt:lpstr>
      <vt:lpstr>Question 123.17.7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2025-07-03T22:42:33Z</dcterms:created>
  <dcterms:modified xsi:type="dcterms:W3CDTF">2025-07-08T21:24:09Z</dcterms:modified>
</cp:coreProperties>
</file>