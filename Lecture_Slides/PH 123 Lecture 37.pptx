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5" r:id="rId3"/>
    <p:sldId id="340" r:id="rId4"/>
    <p:sldId id="283" r:id="rId5"/>
    <p:sldId id="268" r:id="rId6"/>
    <p:sldId id="277" r:id="rId7"/>
    <p:sldId id="520" r:id="rId8"/>
    <p:sldId id="269" r:id="rId9"/>
    <p:sldId id="512" r:id="rId10"/>
    <p:sldId id="278" r:id="rId11"/>
    <p:sldId id="270" r:id="rId12"/>
    <p:sldId id="499" r:id="rId13"/>
    <p:sldId id="271" r:id="rId14"/>
    <p:sldId id="272" r:id="rId15"/>
    <p:sldId id="273" r:id="rId16"/>
    <p:sldId id="487" r:id="rId17"/>
    <p:sldId id="517" r:id="rId18"/>
    <p:sldId id="515" r:id="rId19"/>
    <p:sldId id="516" r:id="rId20"/>
    <p:sldId id="279" r:id="rId21"/>
    <p:sldId id="280" r:id="rId22"/>
    <p:sldId id="274" r:id="rId23"/>
    <p:sldId id="275" r:id="rId24"/>
    <p:sldId id="519" r:id="rId25"/>
    <p:sldId id="276" r:id="rId26"/>
    <p:sldId id="281" r:id="rId27"/>
    <p:sldId id="518" r:id="rId28"/>
    <p:sldId id="500" r:id="rId29"/>
    <p:sldId id="260" r:id="rId30"/>
    <p:sldId id="259" r:id="rId31"/>
    <p:sldId id="521" r:id="rId32"/>
    <p:sldId id="261" r:id="rId33"/>
    <p:sldId id="263" r:id="rId34"/>
    <p:sldId id="262" r:id="rId35"/>
    <p:sldId id="486" r:id="rId36"/>
    <p:sldId id="510" r:id="rId37"/>
    <p:sldId id="511" r:id="rId38"/>
    <p:sldId id="489" r:id="rId39"/>
    <p:sldId id="258" r:id="rId40"/>
    <p:sldId id="513" r:id="rId41"/>
    <p:sldId id="490" r:id="rId42"/>
    <p:sldId id="502" r:id="rId43"/>
    <p:sldId id="266" r:id="rId44"/>
    <p:sldId id="503" r:id="rId45"/>
    <p:sldId id="491" r:id="rId46"/>
    <p:sldId id="504" r:id="rId47"/>
    <p:sldId id="492" r:id="rId48"/>
    <p:sldId id="505" r:id="rId49"/>
    <p:sldId id="493" r:id="rId50"/>
    <p:sldId id="508" r:id="rId51"/>
    <p:sldId id="507" r:id="rId52"/>
    <p:sldId id="506" r:id="rId53"/>
    <p:sldId id="495" r:id="rId54"/>
    <p:sldId id="509" r:id="rId55"/>
    <p:sldId id="265" r:id="rId56"/>
    <p:sldId id="496" r:id="rId57"/>
    <p:sldId id="497" r:id="rId58"/>
    <p:sldId id="498" r:id="rId59"/>
    <p:sldId id="501" r:id="rId60"/>
    <p:sldId id="494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5F4789-FD92-40F9-AEA1-0BD6956060FE}" v="23" dt="2026-07-13T17:59:51.6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8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delSld modSld sldOrd">
      <pc:chgData name="Lines, Todd" userId="afaf7c3a-e8aa-4568-882a-02ad8f9e19b0" providerId="ADAL" clId="{5FF5AC1B-ABA9-43D7-A1E3-2D92732CD6E2}" dt="2026-07-13T18:00:02.768" v="331"/>
      <pc:docMkLst>
        <pc:docMk/>
      </pc:docMkLst>
      <pc:sldChg chg="addSp modSp mod">
        <pc:chgData name="Lines, Todd" userId="afaf7c3a-e8aa-4568-882a-02ad8f9e19b0" providerId="ADAL" clId="{5FF5AC1B-ABA9-43D7-A1E3-2D92732CD6E2}" dt="2026-07-10T18:03:34.406" v="59" actId="14100"/>
        <pc:sldMkLst>
          <pc:docMk/>
          <pc:sldMk cId="0" sldId="258"/>
        </pc:sldMkLst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6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2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2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7-10T18:03:29.322" v="58" actId="1076"/>
          <ac:spMkLst>
            <pc:docMk/>
            <pc:sldMk cId="0" sldId="258"/>
            <ac:spMk id="23" creationId="{00000000-0000-0000-0000-000000000000}"/>
          </ac:spMkLst>
        </pc:spChg>
        <pc:picChg chg="mod">
          <ac:chgData name="Lines, Todd" userId="afaf7c3a-e8aa-4568-882a-02ad8f9e19b0" providerId="ADAL" clId="{5FF5AC1B-ABA9-43D7-A1E3-2D92732CD6E2}" dt="2026-07-10T18:03:34.406" v="59" actId="14100"/>
          <ac:picMkLst>
            <pc:docMk/>
            <pc:sldMk cId="0" sldId="258"/>
            <ac:picMk id="2" creationId="{113769A5-23F0-5177-8E89-6B89AACC7DAB}"/>
          </ac:picMkLst>
        </pc:picChg>
        <pc:picChg chg="mod">
          <ac:chgData name="Lines, Todd" userId="afaf7c3a-e8aa-4568-882a-02ad8f9e19b0" providerId="ADAL" clId="{5FF5AC1B-ABA9-43D7-A1E3-2D92732CD6E2}" dt="2026-07-10T18:03:22.128" v="57" actId="1076"/>
          <ac:picMkLst>
            <pc:docMk/>
            <pc:sldMk cId="0" sldId="258"/>
            <ac:picMk id="4098" creationId="{00000000-0000-0000-0000-000000000000}"/>
          </ac:picMkLst>
        </pc:picChg>
      </pc:sldChg>
      <pc:sldChg chg="ord">
        <pc:chgData name="Lines, Todd" userId="afaf7c3a-e8aa-4568-882a-02ad8f9e19b0" providerId="ADAL" clId="{5FF5AC1B-ABA9-43D7-A1E3-2D92732CD6E2}" dt="2026-07-13T17:42:55.829" v="66"/>
        <pc:sldMkLst>
          <pc:docMk/>
          <pc:sldMk cId="3653196708" sldId="269"/>
        </pc:sldMkLst>
      </pc:sldChg>
      <pc:sldChg chg="add">
        <pc:chgData name="Lines, Todd" userId="afaf7c3a-e8aa-4568-882a-02ad8f9e19b0" providerId="ADAL" clId="{5FF5AC1B-ABA9-43D7-A1E3-2D92732CD6E2}" dt="2026-07-13T17:31:04.242" v="60"/>
        <pc:sldMkLst>
          <pc:docMk/>
          <pc:sldMk cId="3786188879" sldId="283"/>
        </pc:sldMkLst>
      </pc:sldChg>
      <pc:sldChg chg="add">
        <pc:chgData name="Lines, Todd" userId="afaf7c3a-e8aa-4568-882a-02ad8f9e19b0" providerId="ADAL" clId="{5FF5AC1B-ABA9-43D7-A1E3-2D92732CD6E2}" dt="2026-07-13T17:31:04.242" v="60"/>
        <pc:sldMkLst>
          <pc:docMk/>
          <pc:sldMk cId="0" sldId="285"/>
        </pc:sldMkLst>
      </pc:sldChg>
      <pc:sldChg chg="add">
        <pc:chgData name="Lines, Todd" userId="afaf7c3a-e8aa-4568-882a-02ad8f9e19b0" providerId="ADAL" clId="{5FF5AC1B-ABA9-43D7-A1E3-2D92732CD6E2}" dt="2026-07-13T17:31:04.242" v="60"/>
        <pc:sldMkLst>
          <pc:docMk/>
          <pc:sldMk cId="0" sldId="340"/>
        </pc:sldMkLst>
      </pc:sldChg>
      <pc:sldChg chg="del">
        <pc:chgData name="Lines, Todd" userId="afaf7c3a-e8aa-4568-882a-02ad8f9e19b0" providerId="ADAL" clId="{5FF5AC1B-ABA9-43D7-A1E3-2D92732CD6E2}" dt="2026-07-13T17:31:42.342" v="62" actId="47"/>
        <pc:sldMkLst>
          <pc:docMk/>
          <pc:sldMk cId="812188704" sldId="485"/>
        </pc:sldMkLst>
      </pc:sldChg>
      <pc:sldChg chg="add">
        <pc:chgData name="Lines, Todd" userId="afaf7c3a-e8aa-4568-882a-02ad8f9e19b0" providerId="ADAL" clId="{5FF5AC1B-ABA9-43D7-A1E3-2D92732CD6E2}" dt="2026-07-13T17:31:28.546" v="61"/>
        <pc:sldMkLst>
          <pc:docMk/>
          <pc:sldMk cId="4228857372" sldId="513"/>
        </pc:sldMkLst>
      </pc:sldChg>
      <pc:sldChg chg="addSp delSp modSp add del mod">
        <pc:chgData name="Lines, Todd" userId="afaf7c3a-e8aa-4568-882a-02ad8f9e19b0" providerId="ADAL" clId="{5FF5AC1B-ABA9-43D7-A1E3-2D92732CD6E2}" dt="2026-07-13T17:53:15.262" v="271" actId="47"/>
        <pc:sldMkLst>
          <pc:docMk/>
          <pc:sldMk cId="447117255" sldId="514"/>
        </pc:sldMkLst>
        <pc:spChg chg="add del mod">
          <ac:chgData name="Lines, Todd" userId="afaf7c3a-e8aa-4568-882a-02ad8f9e19b0" providerId="ADAL" clId="{5FF5AC1B-ABA9-43D7-A1E3-2D92732CD6E2}" dt="2026-07-13T17:50:37.369" v="73" actId="478"/>
          <ac:spMkLst>
            <pc:docMk/>
            <pc:sldMk cId="447117255" sldId="514"/>
            <ac:spMk id="2" creationId="{D53ECB9E-5EF0-0254-001D-8C25209386E6}"/>
          </ac:spMkLst>
        </pc:spChg>
        <pc:spChg chg="add mod">
          <ac:chgData name="Lines, Todd" userId="afaf7c3a-e8aa-4568-882a-02ad8f9e19b0" providerId="ADAL" clId="{5FF5AC1B-ABA9-43D7-A1E3-2D92732CD6E2}" dt="2026-07-13T17:51:29.321" v="81" actId="164"/>
          <ac:spMkLst>
            <pc:docMk/>
            <pc:sldMk cId="447117255" sldId="514"/>
            <ac:spMk id="3" creationId="{6AE65D77-68AB-CA01-758A-81C53539AE6B}"/>
          </ac:spMkLst>
        </pc:spChg>
        <pc:spChg chg="add mod">
          <ac:chgData name="Lines, Todd" userId="afaf7c3a-e8aa-4568-882a-02ad8f9e19b0" providerId="ADAL" clId="{5FF5AC1B-ABA9-43D7-A1E3-2D92732CD6E2}" dt="2026-07-13T17:51:29.321" v="81" actId="164"/>
          <ac:spMkLst>
            <pc:docMk/>
            <pc:sldMk cId="447117255" sldId="514"/>
            <ac:spMk id="5" creationId="{C5163895-89B9-52FF-1D1F-E850CAB191ED}"/>
          </ac:spMkLst>
        </pc:spChg>
        <pc:grpChg chg="add mod">
          <ac:chgData name="Lines, Todd" userId="afaf7c3a-e8aa-4568-882a-02ad8f9e19b0" providerId="ADAL" clId="{5FF5AC1B-ABA9-43D7-A1E3-2D92732CD6E2}" dt="2026-07-13T17:51:29.321" v="81" actId="164"/>
          <ac:grpSpMkLst>
            <pc:docMk/>
            <pc:sldMk cId="447117255" sldId="514"/>
            <ac:grpSpMk id="6" creationId="{7E1A77E8-9AF9-212F-1A32-9B2379E4BA0C}"/>
          </ac:grpSpMkLst>
        </pc:grpChg>
        <pc:picChg chg="del">
          <ac:chgData name="Lines, Todd" userId="afaf7c3a-e8aa-4568-882a-02ad8f9e19b0" providerId="ADAL" clId="{5FF5AC1B-ABA9-43D7-A1E3-2D92732CD6E2}" dt="2026-07-13T17:50:23.759" v="70" actId="478"/>
          <ac:picMkLst>
            <pc:docMk/>
            <pc:sldMk cId="447117255" sldId="514"/>
            <ac:picMk id="4" creationId="{48977FBE-A02D-067E-96BA-3B198B4D7E19}"/>
          </ac:picMkLst>
        </pc:picChg>
        <pc:picChg chg="mod">
          <ac:chgData name="Lines, Todd" userId="afaf7c3a-e8aa-4568-882a-02ad8f9e19b0" providerId="ADAL" clId="{5FF5AC1B-ABA9-43D7-A1E3-2D92732CD6E2}" dt="2026-07-13T17:51:29.321" v="81" actId="164"/>
          <ac:picMkLst>
            <pc:docMk/>
            <pc:sldMk cId="447117255" sldId="514"/>
            <ac:picMk id="1026" creationId="{B0132EA0-22D8-60E2-51E4-69211612A5B7}"/>
          </ac:picMkLst>
        </pc:picChg>
      </pc:sldChg>
      <pc:sldChg chg="add del">
        <pc:chgData name="Lines, Todd" userId="afaf7c3a-e8aa-4568-882a-02ad8f9e19b0" providerId="ADAL" clId="{5FF5AC1B-ABA9-43D7-A1E3-2D92732CD6E2}" dt="2026-07-13T17:48:01.679" v="68" actId="47"/>
        <pc:sldMkLst>
          <pc:docMk/>
          <pc:sldMk cId="3492371185" sldId="514"/>
        </pc:sldMkLst>
      </pc:sldChg>
      <pc:sldChg chg="addSp modSp new mod">
        <pc:chgData name="Lines, Todd" userId="afaf7c3a-e8aa-4568-882a-02ad8f9e19b0" providerId="ADAL" clId="{5FF5AC1B-ABA9-43D7-A1E3-2D92732CD6E2}" dt="2026-07-13T17:53:03.009" v="265" actId="1076"/>
        <pc:sldMkLst>
          <pc:docMk/>
          <pc:sldMk cId="3904062989" sldId="515"/>
        </pc:sldMkLst>
        <pc:spChg chg="mod">
          <ac:chgData name="Lines, Todd" userId="afaf7c3a-e8aa-4568-882a-02ad8f9e19b0" providerId="ADAL" clId="{5FF5AC1B-ABA9-43D7-A1E3-2D92732CD6E2}" dt="2026-07-13T17:51:43.336" v="90" actId="20577"/>
          <ac:spMkLst>
            <pc:docMk/>
            <pc:sldMk cId="3904062989" sldId="515"/>
            <ac:spMk id="2" creationId="{FF82C462-C3CF-3526-7409-C97A9BEE1B38}"/>
          </ac:spMkLst>
        </pc:spChg>
        <pc:spChg chg="mod">
          <ac:chgData name="Lines, Todd" userId="afaf7c3a-e8aa-4568-882a-02ad8f9e19b0" providerId="ADAL" clId="{5FF5AC1B-ABA9-43D7-A1E3-2D92732CD6E2}" dt="2026-07-13T17:52:50.597" v="262" actId="20577"/>
          <ac:spMkLst>
            <pc:docMk/>
            <pc:sldMk cId="3904062989" sldId="515"/>
            <ac:spMk id="3" creationId="{C149D28B-877B-8657-0605-5938C64CE3E1}"/>
          </ac:spMkLst>
        </pc:spChg>
        <pc:spChg chg="mod">
          <ac:chgData name="Lines, Todd" userId="afaf7c3a-e8aa-4568-882a-02ad8f9e19b0" providerId="ADAL" clId="{5FF5AC1B-ABA9-43D7-A1E3-2D92732CD6E2}" dt="2026-07-13T17:52:57.713" v="263"/>
          <ac:spMkLst>
            <pc:docMk/>
            <pc:sldMk cId="3904062989" sldId="515"/>
            <ac:spMk id="6" creationId="{A240B858-22BA-1E23-BB9D-264EB9B5FD2F}"/>
          </ac:spMkLst>
        </pc:spChg>
        <pc:spChg chg="mod">
          <ac:chgData name="Lines, Todd" userId="afaf7c3a-e8aa-4568-882a-02ad8f9e19b0" providerId="ADAL" clId="{5FF5AC1B-ABA9-43D7-A1E3-2D92732CD6E2}" dt="2026-07-13T17:52:57.713" v="263"/>
          <ac:spMkLst>
            <pc:docMk/>
            <pc:sldMk cId="3904062989" sldId="515"/>
            <ac:spMk id="7" creationId="{907E09FB-BE1F-22EC-A1C0-E617FD00DC7E}"/>
          </ac:spMkLst>
        </pc:spChg>
        <pc:grpChg chg="add mod">
          <ac:chgData name="Lines, Todd" userId="afaf7c3a-e8aa-4568-882a-02ad8f9e19b0" providerId="ADAL" clId="{5FF5AC1B-ABA9-43D7-A1E3-2D92732CD6E2}" dt="2026-07-13T17:53:03.009" v="265" actId="1076"/>
          <ac:grpSpMkLst>
            <pc:docMk/>
            <pc:sldMk cId="3904062989" sldId="515"/>
            <ac:grpSpMk id="4" creationId="{6609FC17-9AE1-97EA-A091-5694D04C5EFB}"/>
          </ac:grpSpMkLst>
        </pc:grpChg>
        <pc:picChg chg="mod">
          <ac:chgData name="Lines, Todd" userId="afaf7c3a-e8aa-4568-882a-02ad8f9e19b0" providerId="ADAL" clId="{5FF5AC1B-ABA9-43D7-A1E3-2D92732CD6E2}" dt="2026-07-13T17:52:57.713" v="263"/>
          <ac:picMkLst>
            <pc:docMk/>
            <pc:sldMk cId="3904062989" sldId="515"/>
            <ac:picMk id="5" creationId="{0DD241C2-EED6-8B59-FE9E-FD1A2932F0EE}"/>
          </ac:picMkLst>
        </pc:picChg>
      </pc:sldChg>
      <pc:sldChg chg="modSp add mod">
        <pc:chgData name="Lines, Todd" userId="afaf7c3a-e8aa-4568-882a-02ad8f9e19b0" providerId="ADAL" clId="{5FF5AC1B-ABA9-43D7-A1E3-2D92732CD6E2}" dt="2026-07-13T17:53:10.740" v="270" actId="20577"/>
        <pc:sldMkLst>
          <pc:docMk/>
          <pc:sldMk cId="3499950275" sldId="516"/>
        </pc:sldMkLst>
        <pc:spChg chg="mod">
          <ac:chgData name="Lines, Todd" userId="afaf7c3a-e8aa-4568-882a-02ad8f9e19b0" providerId="ADAL" clId="{5FF5AC1B-ABA9-43D7-A1E3-2D92732CD6E2}" dt="2026-07-13T17:53:10.740" v="270" actId="20577"/>
          <ac:spMkLst>
            <pc:docMk/>
            <pc:sldMk cId="3499950275" sldId="516"/>
            <ac:spMk id="3" creationId="{9076F4AA-D47A-BE7E-C7E2-79F3BAA840EC}"/>
          </ac:spMkLst>
        </pc:spChg>
      </pc:sldChg>
      <pc:sldChg chg="addSp delSp modSp new mod">
        <pc:chgData name="Lines, Todd" userId="afaf7c3a-e8aa-4568-882a-02ad8f9e19b0" providerId="ADAL" clId="{5FF5AC1B-ABA9-43D7-A1E3-2D92732CD6E2}" dt="2026-07-13T17:53:38.442" v="279" actId="14100"/>
        <pc:sldMkLst>
          <pc:docMk/>
          <pc:sldMk cId="981922601" sldId="517"/>
        </pc:sldMkLst>
        <pc:spChg chg="del">
          <ac:chgData name="Lines, Todd" userId="afaf7c3a-e8aa-4568-882a-02ad8f9e19b0" providerId="ADAL" clId="{5FF5AC1B-ABA9-43D7-A1E3-2D92732CD6E2}" dt="2026-07-13T17:53:27.810" v="273" actId="478"/>
          <ac:spMkLst>
            <pc:docMk/>
            <pc:sldMk cId="981922601" sldId="517"/>
            <ac:spMk id="2" creationId="{7224E9F4-669E-9490-D3F2-46D7CA8F6AEB}"/>
          </ac:spMkLst>
        </pc:spChg>
        <pc:spChg chg="del">
          <ac:chgData name="Lines, Todd" userId="afaf7c3a-e8aa-4568-882a-02ad8f9e19b0" providerId="ADAL" clId="{5FF5AC1B-ABA9-43D7-A1E3-2D92732CD6E2}" dt="2026-07-13T17:53:27.810" v="273" actId="478"/>
          <ac:spMkLst>
            <pc:docMk/>
            <pc:sldMk cId="981922601" sldId="517"/>
            <ac:spMk id="3" creationId="{54B8E379-3969-6C54-D9E8-F92FBC8FE510}"/>
          </ac:spMkLst>
        </pc:spChg>
        <pc:picChg chg="add mod">
          <ac:chgData name="Lines, Todd" userId="afaf7c3a-e8aa-4568-882a-02ad8f9e19b0" providerId="ADAL" clId="{5FF5AC1B-ABA9-43D7-A1E3-2D92732CD6E2}" dt="2026-07-13T17:53:38.442" v="279" actId="14100"/>
          <ac:picMkLst>
            <pc:docMk/>
            <pc:sldMk cId="981922601" sldId="517"/>
            <ac:picMk id="5" creationId="{7F8B4519-5234-A7A2-E587-AFE53E01BB90}"/>
          </ac:picMkLst>
        </pc:picChg>
      </pc:sldChg>
      <pc:sldChg chg="modSp new mod">
        <pc:chgData name="Lines, Todd" userId="afaf7c3a-e8aa-4568-882a-02ad8f9e19b0" providerId="ADAL" clId="{5FF5AC1B-ABA9-43D7-A1E3-2D92732CD6E2}" dt="2026-07-13T17:56:56.551" v="314" actId="6549"/>
        <pc:sldMkLst>
          <pc:docMk/>
          <pc:sldMk cId="1630854900" sldId="518"/>
        </pc:sldMkLst>
        <pc:spChg chg="mod">
          <ac:chgData name="Lines, Todd" userId="afaf7c3a-e8aa-4568-882a-02ad8f9e19b0" providerId="ADAL" clId="{5FF5AC1B-ABA9-43D7-A1E3-2D92732CD6E2}" dt="2026-07-13T17:56:49.170" v="311" actId="20577"/>
          <ac:spMkLst>
            <pc:docMk/>
            <pc:sldMk cId="1630854900" sldId="518"/>
            <ac:spMk id="2" creationId="{E81EA3C9-F245-676D-5D69-3C561D58D3D2}"/>
          </ac:spMkLst>
        </pc:spChg>
        <pc:spChg chg="mod">
          <ac:chgData name="Lines, Todd" userId="afaf7c3a-e8aa-4568-882a-02ad8f9e19b0" providerId="ADAL" clId="{5FF5AC1B-ABA9-43D7-A1E3-2D92732CD6E2}" dt="2026-07-13T17:56:56.551" v="314" actId="6549"/>
          <ac:spMkLst>
            <pc:docMk/>
            <pc:sldMk cId="1630854900" sldId="518"/>
            <ac:spMk id="3" creationId="{D9BF6687-25A6-FEDC-469C-E8170F9B39F9}"/>
          </ac:spMkLst>
        </pc:spChg>
      </pc:sldChg>
      <pc:sldChg chg="addSp delSp modSp new mod">
        <pc:chgData name="Lines, Todd" userId="afaf7c3a-e8aa-4568-882a-02ad8f9e19b0" providerId="ADAL" clId="{5FF5AC1B-ABA9-43D7-A1E3-2D92732CD6E2}" dt="2026-07-13T17:58:09.587" v="325"/>
        <pc:sldMkLst>
          <pc:docMk/>
          <pc:sldMk cId="2085271974" sldId="519"/>
        </pc:sldMkLst>
        <pc:spChg chg="mod">
          <ac:chgData name="Lines, Todd" userId="afaf7c3a-e8aa-4568-882a-02ad8f9e19b0" providerId="ADAL" clId="{5FF5AC1B-ABA9-43D7-A1E3-2D92732CD6E2}" dt="2026-07-13T17:58:09.587" v="325"/>
          <ac:spMkLst>
            <pc:docMk/>
            <pc:sldMk cId="2085271974" sldId="519"/>
            <ac:spMk id="2" creationId="{40BB92DE-7BCB-0957-2F82-0B18D21B955E}"/>
          </ac:spMkLst>
        </pc:spChg>
        <pc:spChg chg="mod">
          <ac:chgData name="Lines, Todd" userId="afaf7c3a-e8aa-4568-882a-02ad8f9e19b0" providerId="ADAL" clId="{5FF5AC1B-ABA9-43D7-A1E3-2D92732CD6E2}" dt="2026-07-13T17:57:33.543" v="318" actId="14100"/>
          <ac:spMkLst>
            <pc:docMk/>
            <pc:sldMk cId="2085271974" sldId="519"/>
            <ac:spMk id="3" creationId="{FB378E1F-4112-3812-579B-8404228D7395}"/>
          </ac:spMkLst>
        </pc:spChg>
        <pc:spChg chg="add del">
          <ac:chgData name="Lines, Todd" userId="afaf7c3a-e8aa-4568-882a-02ad8f9e19b0" providerId="ADAL" clId="{5FF5AC1B-ABA9-43D7-A1E3-2D92732CD6E2}" dt="2026-07-13T17:57:48.631" v="320" actId="22"/>
          <ac:spMkLst>
            <pc:docMk/>
            <pc:sldMk cId="2085271974" sldId="519"/>
            <ac:spMk id="5" creationId="{952A976F-D001-D051-C3ED-1ECDBF35F63B}"/>
          </ac:spMkLst>
        </pc:spChg>
        <pc:picChg chg="add mod">
          <ac:chgData name="Lines, Todd" userId="afaf7c3a-e8aa-4568-882a-02ad8f9e19b0" providerId="ADAL" clId="{5FF5AC1B-ABA9-43D7-A1E3-2D92732CD6E2}" dt="2026-07-13T17:57:54.084" v="323" actId="14100"/>
          <ac:picMkLst>
            <pc:docMk/>
            <pc:sldMk cId="2085271974" sldId="519"/>
            <ac:picMk id="7" creationId="{489B7C66-95CA-D5FD-C67B-ADF6EEA02B6D}"/>
          </ac:picMkLst>
        </pc:picChg>
      </pc:sldChg>
      <pc:sldChg chg="modSp add mod">
        <pc:chgData name="Lines, Todd" userId="afaf7c3a-e8aa-4568-882a-02ad8f9e19b0" providerId="ADAL" clId="{5FF5AC1B-ABA9-43D7-A1E3-2D92732CD6E2}" dt="2026-07-13T17:58:58.122" v="328"/>
        <pc:sldMkLst>
          <pc:docMk/>
          <pc:sldMk cId="2842293379" sldId="520"/>
        </pc:sldMkLst>
        <pc:spChg chg="mod">
          <ac:chgData name="Lines, Todd" userId="afaf7c3a-e8aa-4568-882a-02ad8f9e19b0" providerId="ADAL" clId="{5FF5AC1B-ABA9-43D7-A1E3-2D92732CD6E2}" dt="2026-07-13T17:58:49.985" v="327" actId="20577"/>
          <ac:spMkLst>
            <pc:docMk/>
            <pc:sldMk cId="2842293379" sldId="520"/>
            <ac:spMk id="2" creationId="{8D485DB9-C22A-7905-7F7F-66A2ED9E27E2}"/>
          </ac:spMkLst>
        </pc:spChg>
        <pc:spChg chg="mod">
          <ac:chgData name="Lines, Todd" userId="afaf7c3a-e8aa-4568-882a-02ad8f9e19b0" providerId="ADAL" clId="{5FF5AC1B-ABA9-43D7-A1E3-2D92732CD6E2}" dt="2026-07-13T17:58:58.122" v="328"/>
          <ac:spMkLst>
            <pc:docMk/>
            <pc:sldMk cId="2842293379" sldId="520"/>
            <ac:spMk id="3" creationId="{71D1FC12-7601-FBB5-6A3D-86199E8BB9B8}"/>
          </ac:spMkLst>
        </pc:spChg>
      </pc:sldChg>
      <pc:sldChg chg="add ord">
        <pc:chgData name="Lines, Todd" userId="afaf7c3a-e8aa-4568-882a-02ad8f9e19b0" providerId="ADAL" clId="{5FF5AC1B-ABA9-43D7-A1E3-2D92732CD6E2}" dt="2026-07-13T18:00:02.768" v="331"/>
        <pc:sldMkLst>
          <pc:docMk/>
          <pc:sldMk cId="2923908156" sldId="52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emf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1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7432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7432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7289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438525" y="2147888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193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33670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66294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66151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055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72532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66294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533401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812B8D-E844-4807-B20D-B92C141DEBC2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83299" name="Rectangle 2"/>
          <p:cNvSpPr>
            <a:spLocks noChangeArrowheads="1"/>
          </p:cNvSpPr>
          <p:nvPr/>
        </p:nvSpPr>
        <p:spPr bwMode="auto">
          <a:xfrm>
            <a:off x="7402514" y="3657601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83300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123.10.7</a:t>
            </a:r>
            <a:endParaRPr lang="en-US" dirty="0"/>
          </a:p>
        </p:txBody>
      </p:sp>
      <p:sp>
        <p:nvSpPr>
          <p:cNvPr id="183301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978275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/>
              <a:t>The initial state of a system is shown, if the membrane is broken, the gas fills the entire container. Is there work done by the gas in filling the container?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83302" name="Rectangle 5"/>
          <p:cNvSpPr>
            <a:spLocks noChangeArrowheads="1"/>
          </p:cNvSpPr>
          <p:nvPr/>
        </p:nvSpPr>
        <p:spPr bwMode="auto">
          <a:xfrm>
            <a:off x="7402514" y="1814514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3" name="Line 6"/>
          <p:cNvSpPr>
            <a:spLocks noChangeShapeType="1"/>
          </p:cNvSpPr>
          <p:nvPr/>
        </p:nvSpPr>
        <p:spPr bwMode="auto">
          <a:xfrm>
            <a:off x="7388226" y="3671888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4" name="Text Box 7"/>
          <p:cNvSpPr txBox="1">
            <a:spLocks noChangeArrowheads="1"/>
          </p:cNvSpPr>
          <p:nvPr/>
        </p:nvSpPr>
        <p:spPr bwMode="auto">
          <a:xfrm>
            <a:off x="8097838" y="2286001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183305" name="Text Box 8"/>
          <p:cNvSpPr txBox="1">
            <a:spLocks noChangeArrowheads="1"/>
          </p:cNvSpPr>
          <p:nvPr/>
        </p:nvSpPr>
        <p:spPr bwMode="auto">
          <a:xfrm>
            <a:off x="7278689" y="3092451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83306" name="Line 9"/>
          <p:cNvSpPr>
            <a:spLocks noChangeShapeType="1"/>
          </p:cNvSpPr>
          <p:nvPr/>
        </p:nvSpPr>
        <p:spPr bwMode="auto">
          <a:xfrm flipH="1">
            <a:off x="8026400" y="3381376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88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79756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The useful work that comes from and engine is equal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-w</a:t>
            </a:r>
            <a:r>
              <a:rPr lang="en-US" baseline="-25000" dirty="0"/>
              <a:t>on the gas</a:t>
            </a: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Q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</a:t>
            </a:r>
            <a:r>
              <a:rPr lang="en-US" dirty="0" err="1">
                <a:sym typeface="Symbol"/>
              </a:rPr>
              <a:t>E</a:t>
            </a:r>
            <a:r>
              <a:rPr lang="en-US" baseline="-25000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PV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377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8404486" y="2908092"/>
            <a:ext cx="1379095" cy="1094282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7894820" y="1813805"/>
            <a:ext cx="14990" cy="22035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7927299" y="4002374"/>
            <a:ext cx="2081135" cy="24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525075" y="1399081"/>
            <a:ext cx="396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P</a:t>
            </a:r>
            <a:endParaRPr lang="en-US" sz="2800" i="1" baseline="-25000" dirty="0"/>
          </a:p>
        </p:txBody>
      </p:sp>
      <p:sp>
        <p:nvSpPr>
          <p:cNvPr id="29" name="TextBox 28"/>
          <p:cNvSpPr txBox="1"/>
          <p:nvPr/>
        </p:nvSpPr>
        <p:spPr>
          <a:xfrm>
            <a:off x="10075902" y="3770025"/>
            <a:ext cx="394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V</a:t>
            </a:r>
            <a:endParaRPr lang="en-US" sz="2800" i="1" baseline="-25000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8404485" y="2908092"/>
            <a:ext cx="140907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9004084" y="2833117"/>
            <a:ext cx="119921" cy="16489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374501" y="28481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9726101" y="2850611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204630" y="4027357"/>
            <a:ext cx="3754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ym typeface="Symbol"/>
              </a:rPr>
              <a:t>V</a:t>
            </a:r>
            <a:r>
              <a:rPr lang="en-US" sz="2000" i="1" baseline="-25000" dirty="0">
                <a:sym typeface="Symbol"/>
              </a:rPr>
              <a:t>i</a:t>
            </a:r>
            <a:endParaRPr lang="en-US" sz="2000" i="1" baseline="-25000" dirty="0"/>
          </a:p>
        </p:txBody>
      </p:sp>
      <p:sp>
        <p:nvSpPr>
          <p:cNvPr id="39" name="TextBox 38"/>
          <p:cNvSpPr txBox="1"/>
          <p:nvPr/>
        </p:nvSpPr>
        <p:spPr>
          <a:xfrm>
            <a:off x="9556230" y="4029857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 err="1">
                <a:sym typeface="Symbol"/>
              </a:rPr>
              <a:t>V</a:t>
            </a:r>
            <a:r>
              <a:rPr lang="en-US" sz="2000" i="1" baseline="-25000" dirty="0" err="1">
                <a:sym typeface="Symbol"/>
              </a:rPr>
              <a:t>f</a:t>
            </a:r>
            <a:endParaRPr lang="en-US" sz="2000" i="1" baseline="-25000" dirty="0"/>
          </a:p>
        </p:txBody>
      </p:sp>
      <p:sp>
        <p:nvSpPr>
          <p:cNvPr id="4" name="Rectangle 3"/>
          <p:cNvSpPr/>
          <p:nvPr/>
        </p:nvSpPr>
        <p:spPr>
          <a:xfrm>
            <a:off x="2655359" y="1949705"/>
            <a:ext cx="3814125" cy="2367462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018906" y="2323910"/>
            <a:ext cx="3814125" cy="1619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20984" y="2326056"/>
            <a:ext cx="2413949" cy="1619052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285360" y="2328200"/>
            <a:ext cx="288760" cy="161905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endCxn id="7" idx="1"/>
          </p:cNvCxnSpPr>
          <p:nvPr/>
        </p:nvCxnSpPr>
        <p:spPr>
          <a:xfrm>
            <a:off x="4699531" y="3133436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 flipH="1">
            <a:off x="5574121" y="3122713"/>
            <a:ext cx="585829" cy="429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662137" y="2528703"/>
            <a:ext cx="7359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gas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23978" y="2530848"/>
            <a:ext cx="12060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 err="1">
                <a:solidFill>
                  <a:srgbClr val="FF0000"/>
                </a:solidFill>
              </a:rPr>
              <a:t>F</a:t>
            </a:r>
            <a:r>
              <a:rPr lang="en-US" sz="2800" i="1" baseline="-25000" dirty="0" err="1">
                <a:solidFill>
                  <a:srgbClr val="FF0000"/>
                </a:solidFill>
              </a:rPr>
              <a:t>external</a:t>
            </a:r>
            <a:endParaRPr lang="en-US" sz="2800" i="1" baseline="-25000" dirty="0">
              <a:solidFill>
                <a:srgbClr val="FF0000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27959" y="2317477"/>
            <a:ext cx="288760" cy="161905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/>
          <p:cNvCxnSpPr/>
          <p:nvPr/>
        </p:nvCxnSpPr>
        <p:spPr>
          <a:xfrm>
            <a:off x="4512564" y="1808173"/>
            <a:ext cx="785261" cy="0"/>
          </a:xfrm>
          <a:prstGeom prst="straightConnector1">
            <a:avLst/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26821" y="1244184"/>
            <a:ext cx="5629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x</a:t>
            </a:r>
            <a:endParaRPr lang="en-US" sz="2800" i="1" baseline="-25000" dirty="0"/>
          </a:p>
        </p:txBody>
      </p:sp>
      <p:sp>
        <p:nvSpPr>
          <p:cNvPr id="40" name="Right Arrow 39"/>
          <p:cNvSpPr/>
          <p:nvPr/>
        </p:nvSpPr>
        <p:spPr>
          <a:xfrm>
            <a:off x="2468380" y="2695970"/>
            <a:ext cx="772797" cy="900665"/>
          </a:xfrm>
          <a:prstGeom prst="right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871128" y="2850630"/>
            <a:ext cx="4475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Q</a:t>
            </a:r>
            <a:endParaRPr lang="en-US" sz="2800" i="1" baseline="-25000" dirty="0"/>
          </a:p>
        </p:txBody>
      </p:sp>
    </p:spTree>
    <p:extLst>
      <p:ext uri="{BB962C8B-B14F-4D97-AF65-F5344CB8AC3E}">
        <p14:creationId xmlns:p14="http://schemas.microsoft.com/office/powerpoint/2010/main" val="3786113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266D-7B1D-3FC0-32AF-815D9474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85DB9-C22A-7905-7F7F-66A2ED9E2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Law Again: Clausius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1FC12-7601-FBB5-6A3D-86199E8BB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impossible to make a cyclical machine that transfers energy spontaneously from a colder object to a hotter object</a:t>
            </a:r>
          </a:p>
        </p:txBody>
      </p:sp>
    </p:spTree>
    <p:extLst>
      <p:ext uri="{BB962C8B-B14F-4D97-AF65-F5344CB8AC3E}">
        <p14:creationId xmlns:p14="http://schemas.microsoft.com/office/powerpoint/2010/main" val="2842293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2168" y="112882"/>
            <a:ext cx="10515600" cy="735524"/>
          </a:xfrm>
        </p:spPr>
        <p:txBody>
          <a:bodyPr/>
          <a:lstStyle/>
          <a:p>
            <a:pPr algn="ctr"/>
            <a:r>
              <a:rPr lang="en-US" dirty="0"/>
              <a:t>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316" y="1454288"/>
            <a:ext cx="5354116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picture shows the Anderson Ranch Dam and Reservoir.</a:t>
            </a:r>
          </a:p>
          <a:p>
            <a:pPr marL="0" indent="0">
              <a:buNone/>
            </a:pPr>
            <a:r>
              <a:rPr lang="en-US" sz="2400" dirty="0"/>
              <a:t>If I take out a cup of water out of the reservoir, how much do the volume and the pressure of the water change?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up, pressure down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up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down</a:t>
            </a:r>
          </a:p>
          <a:p>
            <a:pPr marL="0" indent="0">
              <a:buNone/>
            </a:pPr>
            <a:r>
              <a:rPr lang="en-US" sz="2400" dirty="0"/>
              <a:t>d)  You wouldn’t notice any difference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10158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8460" y="1454288"/>
            <a:ext cx="5244280" cy="35202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53196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27538-37C9-CCB8-6D43-B295680AE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CBC0A-BEB4-3409-15FE-F50C5C627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EE809D0-EC87-2B2A-B64F-B61474B7E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9450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5783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E5E780C5-111B-09CF-507B-5CE016321FCA}"/>
              </a:ext>
            </a:extLst>
          </p:cNvPr>
          <p:cNvSpPr/>
          <p:nvPr/>
        </p:nvSpPr>
        <p:spPr>
          <a:xfrm>
            <a:off x="5802420" y="18059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5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600201"/>
            <a:ext cx="4666343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By how much does the temperature of the hot reservoir change as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r>
              <a:rPr lang="en-US" dirty="0"/>
              <a:t> leaves?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1000K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15AFFA-1854-C348-AB0D-FEEE5996C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137" y="1352550"/>
            <a:ext cx="3227069" cy="461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65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113E3-B6E1-5911-E537-D5A522943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Question: Limit of the Reservoir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A3CBF-81F5-FCD4-6FE5-FD398CCF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81550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The picture shows Lake Ontario.</a:t>
            </a:r>
          </a:p>
          <a:p>
            <a:pPr marL="0" indent="0">
              <a:buNone/>
            </a:pPr>
            <a:r>
              <a:rPr lang="en-US" dirty="0"/>
              <a:t>If I deposit a ton of toxic waste a day a hundred thousand other people also deposit a ton of toxic waste a day into the lake, will it affect the state of the lake?</a:t>
            </a:r>
          </a:p>
          <a:p>
            <a:pPr marL="342900" indent="-342900">
              <a:buAutoNum type="alphaLcParenR"/>
            </a:pPr>
            <a:r>
              <a:rPr lang="en-US" dirty="0"/>
              <a:t>Yes</a:t>
            </a:r>
          </a:p>
          <a:p>
            <a:pPr marL="342900" indent="-342900">
              <a:buAutoNum type="alphaLcParenR"/>
            </a:pPr>
            <a:r>
              <a:rPr lang="en-US" dirty="0"/>
              <a:t>No</a:t>
            </a:r>
          </a:p>
          <a:p>
            <a:pPr marL="342900" indent="-342900">
              <a:buAutoNum type="alphaLcParenR"/>
            </a:pPr>
            <a:r>
              <a:rPr lang="en-US" dirty="0"/>
              <a:t>Maybe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7D3A480-F0D9-2709-6433-7A283FCF5E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396" y="1825625"/>
            <a:ext cx="6159104" cy="4106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570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5450114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65560" y="1816904"/>
            <a:ext cx="2699489" cy="38529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52344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4738914" cy="4525963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What does the energy transfer diagram mean?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Heat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Work is turned into waste energy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Energy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This is an impossible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pic>
        <p:nvPicPr>
          <p:cNvPr id="816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94475" y="1422399"/>
            <a:ext cx="3652611" cy="4669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74810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8464" y="2459851"/>
            <a:ext cx="2264367" cy="29408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58448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72875-D558-9923-ECFA-8F7942211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A1CE7-053D-0612-B8D8-24791D19B243}"/>
              </a:ext>
            </a:extLst>
          </p:cNvPr>
          <p:cNvSpPr/>
          <p:nvPr/>
        </p:nvSpPr>
        <p:spPr>
          <a:xfrm>
            <a:off x="5940280" y="2994816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4DD97E-3C87-0188-689D-FA80315D3EE9}"/>
              </a:ext>
            </a:extLst>
          </p:cNvPr>
          <p:cNvSpPr/>
          <p:nvPr/>
        </p:nvSpPr>
        <p:spPr>
          <a:xfrm>
            <a:off x="5368780" y="1899286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E098036-90F4-925C-BE6F-E769963C9EA2}"/>
              </a:ext>
            </a:extLst>
          </p:cNvPr>
          <p:cNvSpPr/>
          <p:nvPr/>
        </p:nvSpPr>
        <p:spPr>
          <a:xfrm>
            <a:off x="4873480" y="2613816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F3418BA-5517-5F58-5906-D20C2A9BF980}"/>
              </a:ext>
            </a:extLst>
          </p:cNvPr>
          <p:cNvSpPr/>
          <p:nvPr/>
        </p:nvSpPr>
        <p:spPr>
          <a:xfrm>
            <a:off x="4949680" y="2690016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59C717-7903-1F53-0074-09C9FB6574BA}"/>
              </a:ext>
            </a:extLst>
          </p:cNvPr>
          <p:cNvSpPr txBox="1"/>
          <p:nvPr/>
        </p:nvSpPr>
        <p:spPr>
          <a:xfrm>
            <a:off x="6016481" y="18992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EEEB2A-ECA5-8B63-DD90-06AC1B452763}"/>
              </a:ext>
            </a:extLst>
          </p:cNvPr>
          <p:cNvSpPr txBox="1"/>
          <p:nvPr/>
        </p:nvSpPr>
        <p:spPr>
          <a:xfrm>
            <a:off x="6092681" y="4214016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EC6B59-2B4F-6C11-E51F-9EDD02A11D94}"/>
              </a:ext>
            </a:extLst>
          </p:cNvPr>
          <p:cNvSpPr txBox="1"/>
          <p:nvPr/>
        </p:nvSpPr>
        <p:spPr>
          <a:xfrm>
            <a:off x="7143239" y="3100996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32A8470-0D92-B447-9CA2-D68A2B514F42}"/>
              </a:ext>
            </a:extLst>
          </p:cNvPr>
          <p:cNvSpPr/>
          <p:nvPr/>
        </p:nvSpPr>
        <p:spPr>
          <a:xfrm>
            <a:off x="3866505" y="67925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CE24A5B-08AC-94E3-5554-36FBFDF3D064}"/>
              </a:ext>
            </a:extLst>
          </p:cNvPr>
          <p:cNvSpPr/>
          <p:nvPr/>
        </p:nvSpPr>
        <p:spPr>
          <a:xfrm>
            <a:off x="3871970" y="1852741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F2B7180-9D84-947E-9726-64C31D1B1389}"/>
              </a:ext>
            </a:extLst>
          </p:cNvPr>
          <p:cNvSpPr/>
          <p:nvPr/>
        </p:nvSpPr>
        <p:spPr>
          <a:xfrm>
            <a:off x="3876030" y="5000625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B62020-82F8-668A-A852-26213D2D71A3}"/>
              </a:ext>
            </a:extLst>
          </p:cNvPr>
          <p:cNvSpPr/>
          <p:nvPr/>
        </p:nvSpPr>
        <p:spPr>
          <a:xfrm>
            <a:off x="3871970" y="5000626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16">
            <a:extLst>
              <a:ext uri="{FF2B5EF4-FFF2-40B4-BE49-F238E27FC236}">
                <a16:creationId xmlns:a16="http://schemas.microsoft.com/office/drawing/2014/main" id="{50E9D848-86DE-31A8-55B3-479555F21CF4}"/>
              </a:ext>
            </a:extLst>
          </p:cNvPr>
          <p:cNvSpPr/>
          <p:nvPr/>
        </p:nvSpPr>
        <p:spPr>
          <a:xfrm rot="5400000" flipV="1">
            <a:off x="6640965" y="3035612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own Arrow 16">
            <a:extLst>
              <a:ext uri="{FF2B5EF4-FFF2-40B4-BE49-F238E27FC236}">
                <a16:creationId xmlns:a16="http://schemas.microsoft.com/office/drawing/2014/main" id="{0DF952BC-FD11-5F89-D008-8C532D0A6802}"/>
              </a:ext>
            </a:extLst>
          </p:cNvPr>
          <p:cNvSpPr/>
          <p:nvPr/>
        </p:nvSpPr>
        <p:spPr>
          <a:xfrm rot="10800000" flipV="1">
            <a:off x="5521180" y="189846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own Arrow 16">
            <a:extLst>
              <a:ext uri="{FF2B5EF4-FFF2-40B4-BE49-F238E27FC236}">
                <a16:creationId xmlns:a16="http://schemas.microsoft.com/office/drawing/2014/main" id="{8FF0AEE9-8188-8545-2C02-E01354150054}"/>
              </a:ext>
            </a:extLst>
          </p:cNvPr>
          <p:cNvSpPr/>
          <p:nvPr/>
        </p:nvSpPr>
        <p:spPr>
          <a:xfrm rot="10800000" flipV="1">
            <a:off x="5534274" y="421401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285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>
            <a:extLst>
              <a:ext uri="{FF2B5EF4-FFF2-40B4-BE49-F238E27FC236}">
                <a16:creationId xmlns:a16="http://schemas.microsoft.com/office/drawing/2014/main" id="{7F8B4519-5234-A7A2-E587-AFE53E01B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0080" y="1"/>
            <a:ext cx="6884174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1922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2C462-C3CF-3526-7409-C97A9BEE1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9D28B-877B-8657-0605-5938C64CE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a steam locomotive, what is the hot reservoir?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piston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condenser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firebox (where the fire is)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boiler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air outside the locomotive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09FC17-9AE1-97EA-A091-5694D04C5EFB}"/>
              </a:ext>
            </a:extLst>
          </p:cNvPr>
          <p:cNvGrpSpPr/>
          <p:nvPr/>
        </p:nvGrpSpPr>
        <p:grpSpPr>
          <a:xfrm>
            <a:off x="7484533" y="2653241"/>
            <a:ext cx="4164542" cy="3148542"/>
            <a:chOff x="4905375" y="1185333"/>
            <a:chExt cx="6743700" cy="436774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0DD241C2-EED6-8B59-FE9E-FD1A2932F0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905375" y="1304925"/>
              <a:ext cx="6743700" cy="42481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240B858-22BA-1E23-BB9D-264EB9B5FD2F}"/>
                </a:ext>
              </a:extLst>
            </p:cNvPr>
            <p:cNvSpPr/>
            <p:nvPr/>
          </p:nvSpPr>
          <p:spPr>
            <a:xfrm>
              <a:off x="6965244" y="2980267"/>
              <a:ext cx="993423" cy="778933"/>
            </a:xfrm>
            <a:custGeom>
              <a:avLst/>
              <a:gdLst>
                <a:gd name="csX0" fmla="*/ 0 w 993423"/>
                <a:gd name="csY0" fmla="*/ 541866 h 778933"/>
                <a:gd name="csX1" fmla="*/ 530578 w 993423"/>
                <a:gd name="csY1" fmla="*/ 0 h 778933"/>
                <a:gd name="csX2" fmla="*/ 891823 w 993423"/>
                <a:gd name="csY2" fmla="*/ 349955 h 778933"/>
                <a:gd name="csX3" fmla="*/ 993423 w 993423"/>
                <a:gd name="csY3" fmla="*/ 587022 h 778933"/>
                <a:gd name="csX4" fmla="*/ 993423 w 993423"/>
                <a:gd name="csY4" fmla="*/ 778933 h 778933"/>
                <a:gd name="csX5" fmla="*/ 135467 w 993423"/>
                <a:gd name="csY5" fmla="*/ 778933 h 778933"/>
                <a:gd name="csX6" fmla="*/ 0 w 993423"/>
                <a:gd name="csY6" fmla="*/ 688622 h 778933"/>
                <a:gd name="csX7" fmla="*/ 0 w 993423"/>
                <a:gd name="csY7" fmla="*/ 541866 h 7789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3423" h="778933">
                  <a:moveTo>
                    <a:pt x="0" y="541866"/>
                  </a:moveTo>
                  <a:lnTo>
                    <a:pt x="530578" y="0"/>
                  </a:lnTo>
                  <a:lnTo>
                    <a:pt x="891823" y="349955"/>
                  </a:lnTo>
                  <a:lnTo>
                    <a:pt x="993423" y="587022"/>
                  </a:lnTo>
                  <a:lnTo>
                    <a:pt x="993423" y="778933"/>
                  </a:lnTo>
                  <a:lnTo>
                    <a:pt x="135467" y="778933"/>
                  </a:lnTo>
                  <a:lnTo>
                    <a:pt x="0" y="688622"/>
                  </a:lnTo>
                  <a:lnTo>
                    <a:pt x="0" y="541866"/>
                  </a:lnTo>
                  <a:close/>
                </a:path>
              </a:pathLst>
            </a:custGeom>
            <a:solidFill>
              <a:srgbClr val="FF7F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07E09FB-BE1F-22EC-A1C0-E617FD00DC7E}"/>
                </a:ext>
              </a:extLst>
            </p:cNvPr>
            <p:cNvSpPr/>
            <p:nvPr/>
          </p:nvSpPr>
          <p:spPr>
            <a:xfrm>
              <a:off x="7766756" y="1185333"/>
              <a:ext cx="1185333" cy="7789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04062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D67C3-2A4B-E84E-0EFA-8A057D973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602DD-F406-2A0D-34D8-A682C15E4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6F4AA-D47A-BE7E-C7E2-79F3BAA84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a steam locomotive, what is the cold reservoir?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piston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condenser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firebox (where the fire is)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boiler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air outside the locomotive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4182A14-06D4-4737-E3B7-D871847C34FB}"/>
              </a:ext>
            </a:extLst>
          </p:cNvPr>
          <p:cNvGrpSpPr/>
          <p:nvPr/>
        </p:nvGrpSpPr>
        <p:grpSpPr>
          <a:xfrm>
            <a:off x="7484533" y="2653241"/>
            <a:ext cx="4164542" cy="3148542"/>
            <a:chOff x="4905375" y="1185333"/>
            <a:chExt cx="6743700" cy="4367742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E6BCC91E-A37F-CE3B-472F-0EC48C8C02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4905375" y="1304925"/>
              <a:ext cx="6743700" cy="42481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2476DCA9-12D1-B2EB-6965-C1870A362ECC}"/>
                </a:ext>
              </a:extLst>
            </p:cNvPr>
            <p:cNvSpPr/>
            <p:nvPr/>
          </p:nvSpPr>
          <p:spPr>
            <a:xfrm>
              <a:off x="6965244" y="2980267"/>
              <a:ext cx="993423" cy="778933"/>
            </a:xfrm>
            <a:custGeom>
              <a:avLst/>
              <a:gdLst>
                <a:gd name="csX0" fmla="*/ 0 w 993423"/>
                <a:gd name="csY0" fmla="*/ 541866 h 778933"/>
                <a:gd name="csX1" fmla="*/ 530578 w 993423"/>
                <a:gd name="csY1" fmla="*/ 0 h 778933"/>
                <a:gd name="csX2" fmla="*/ 891823 w 993423"/>
                <a:gd name="csY2" fmla="*/ 349955 h 778933"/>
                <a:gd name="csX3" fmla="*/ 993423 w 993423"/>
                <a:gd name="csY3" fmla="*/ 587022 h 778933"/>
                <a:gd name="csX4" fmla="*/ 993423 w 993423"/>
                <a:gd name="csY4" fmla="*/ 778933 h 778933"/>
                <a:gd name="csX5" fmla="*/ 135467 w 993423"/>
                <a:gd name="csY5" fmla="*/ 778933 h 778933"/>
                <a:gd name="csX6" fmla="*/ 0 w 993423"/>
                <a:gd name="csY6" fmla="*/ 688622 h 778933"/>
                <a:gd name="csX7" fmla="*/ 0 w 993423"/>
                <a:gd name="csY7" fmla="*/ 541866 h 7789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3423" h="778933">
                  <a:moveTo>
                    <a:pt x="0" y="541866"/>
                  </a:moveTo>
                  <a:lnTo>
                    <a:pt x="530578" y="0"/>
                  </a:lnTo>
                  <a:lnTo>
                    <a:pt x="891823" y="349955"/>
                  </a:lnTo>
                  <a:lnTo>
                    <a:pt x="993423" y="587022"/>
                  </a:lnTo>
                  <a:lnTo>
                    <a:pt x="993423" y="778933"/>
                  </a:lnTo>
                  <a:lnTo>
                    <a:pt x="135467" y="778933"/>
                  </a:lnTo>
                  <a:lnTo>
                    <a:pt x="0" y="688622"/>
                  </a:lnTo>
                  <a:lnTo>
                    <a:pt x="0" y="541866"/>
                  </a:lnTo>
                  <a:close/>
                </a:path>
              </a:pathLst>
            </a:custGeom>
            <a:solidFill>
              <a:srgbClr val="FF7F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B2FB051-4388-2E2E-8B18-AB351097BA5A}"/>
                </a:ext>
              </a:extLst>
            </p:cNvPr>
            <p:cNvSpPr/>
            <p:nvPr/>
          </p:nvSpPr>
          <p:spPr>
            <a:xfrm>
              <a:off x="7766756" y="1185333"/>
              <a:ext cx="1185333" cy="7789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99950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05375" y="1304925"/>
            <a:ext cx="6743700" cy="424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36F93E2B-7710-1CBD-F6C3-B31FE8ACF2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450" y="1304925"/>
            <a:ext cx="4257675" cy="4241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5872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3469932" y="1565616"/>
            <a:ext cx="36958" cy="35928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3535016" y="5134003"/>
            <a:ext cx="5131018" cy="406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993044" y="934392"/>
            <a:ext cx="4876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ym typeface="Symbol"/>
              </a:rPr>
              <a:t>P</a:t>
            </a:r>
            <a:endParaRPr lang="en-US" sz="4000" i="1" baseline="-25000" dirty="0"/>
          </a:p>
        </p:txBody>
      </p:sp>
      <p:sp>
        <p:nvSpPr>
          <p:cNvPr id="8" name="TextBox 7"/>
          <p:cNvSpPr txBox="1"/>
          <p:nvPr/>
        </p:nvSpPr>
        <p:spPr>
          <a:xfrm>
            <a:off x="8802397" y="4920059"/>
            <a:ext cx="4539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ym typeface="Symbol"/>
              </a:rPr>
              <a:t>V</a:t>
            </a:r>
            <a:endParaRPr lang="en-US" sz="3600" i="1" baseline="-25000" dirty="0"/>
          </a:p>
        </p:txBody>
      </p:sp>
      <p:sp>
        <p:nvSpPr>
          <p:cNvPr id="17" name="Freeform 16"/>
          <p:cNvSpPr/>
          <p:nvPr/>
        </p:nvSpPr>
        <p:spPr>
          <a:xfrm>
            <a:off x="4716904" y="2041155"/>
            <a:ext cx="2710728" cy="2291003"/>
          </a:xfrm>
          <a:custGeom>
            <a:avLst/>
            <a:gdLst>
              <a:gd name="connsiteX0" fmla="*/ 334780 w 2266013"/>
              <a:gd name="connsiteY0" fmla="*/ 507167 h 2023672"/>
              <a:gd name="connsiteX1" fmla="*/ 769495 w 2266013"/>
              <a:gd name="connsiteY1" fmla="*/ 132413 h 2023672"/>
              <a:gd name="connsiteX2" fmla="*/ 1504013 w 2266013"/>
              <a:gd name="connsiteY2" fmla="*/ 147403 h 2023672"/>
              <a:gd name="connsiteX3" fmla="*/ 2223541 w 2266013"/>
              <a:gd name="connsiteY3" fmla="*/ 1016832 h 2023672"/>
              <a:gd name="connsiteX4" fmla="*/ 1758846 w 2266013"/>
              <a:gd name="connsiteY4" fmla="*/ 1901252 h 2023672"/>
              <a:gd name="connsiteX5" fmla="*/ 259829 w 2266013"/>
              <a:gd name="connsiteY5" fmla="*/ 1751350 h 2023672"/>
              <a:gd name="connsiteX6" fmla="*/ 199869 w 2266013"/>
              <a:gd name="connsiteY6" fmla="*/ 776990 h 2023672"/>
              <a:gd name="connsiteX7" fmla="*/ 334780 w 2266013"/>
              <a:gd name="connsiteY7" fmla="*/ 507167 h 2023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66013" h="2023672">
                <a:moveTo>
                  <a:pt x="334780" y="507167"/>
                </a:moveTo>
                <a:cubicBezTo>
                  <a:pt x="429718" y="399738"/>
                  <a:pt x="574623" y="192374"/>
                  <a:pt x="769495" y="132413"/>
                </a:cubicBezTo>
                <a:cubicBezTo>
                  <a:pt x="964367" y="72452"/>
                  <a:pt x="1261672" y="0"/>
                  <a:pt x="1504013" y="147403"/>
                </a:cubicBezTo>
                <a:cubicBezTo>
                  <a:pt x="1746354" y="294806"/>
                  <a:pt x="2181069" y="724524"/>
                  <a:pt x="2223541" y="1016832"/>
                </a:cubicBezTo>
                <a:cubicBezTo>
                  <a:pt x="2266013" y="1309140"/>
                  <a:pt x="2086131" y="1778832"/>
                  <a:pt x="1758846" y="1901252"/>
                </a:cubicBezTo>
                <a:cubicBezTo>
                  <a:pt x="1431561" y="2023672"/>
                  <a:pt x="519658" y="1938727"/>
                  <a:pt x="259829" y="1751350"/>
                </a:cubicBezTo>
                <a:cubicBezTo>
                  <a:pt x="0" y="1563973"/>
                  <a:pt x="179882" y="984354"/>
                  <a:pt x="199869" y="776990"/>
                </a:cubicBezTo>
                <a:cubicBezTo>
                  <a:pt x="219856" y="569626"/>
                  <a:pt x="239842" y="614596"/>
                  <a:pt x="334780" y="507167"/>
                </a:cubicBezTo>
                <a:close/>
              </a:path>
            </a:pathLst>
          </a:custGeom>
          <a:solidFill>
            <a:srgbClr val="FFFF66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/>
          <p:cNvSpPr/>
          <p:nvPr/>
        </p:nvSpPr>
        <p:spPr>
          <a:xfrm rot="5400000">
            <a:off x="6060918" y="2003571"/>
            <a:ext cx="258461" cy="23144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4862451" y="2712361"/>
            <a:ext cx="184244" cy="19572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211581" y="3027994"/>
            <a:ext cx="1916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</a:t>
            </a:r>
            <a:r>
              <a:rPr lang="en-US" sz="2800" dirty="0"/>
              <a:t> = Area</a:t>
            </a:r>
          </a:p>
        </p:txBody>
      </p:sp>
    </p:spTree>
    <p:extLst>
      <p:ext uri="{BB962C8B-B14F-4D97-AF65-F5344CB8AC3E}">
        <p14:creationId xmlns:p14="http://schemas.microsoft.com/office/powerpoint/2010/main" val="2774509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ECEF9B3-9161-46FB-86BC-7899ECBE4F1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202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123.17.5</a:t>
            </a:r>
          </a:p>
        </p:txBody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Suppose I tell you I have an engine that has and efficiency e=</a:t>
            </a:r>
            <a:r>
              <a:rPr lang="en-US" dirty="0">
                <a:sym typeface="Symbol" panose="05050102010706020507" pitchFamily="18" charset="2"/>
              </a:rPr>
              <a:t></a:t>
            </a:r>
            <a:r>
              <a:rPr lang="en-US" dirty="0"/>
              <a:t>=1, what is Q</a:t>
            </a:r>
            <a:r>
              <a:rPr lang="en-US" baseline="-25000" dirty="0"/>
              <a:t>c</a:t>
            </a:r>
            <a:r>
              <a:rPr lang="en-US" dirty="0"/>
              <a:t> for this engine?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0</a:t>
            </a:r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+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-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>
              <a:buFontTx/>
              <a:buAutoNum type="alphaLcParenR"/>
            </a:pPr>
            <a:r>
              <a:rPr lang="en-US" dirty="0"/>
              <a:t> </a:t>
            </a: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5962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A74AA1F-8560-4DAC-BC73-994692E979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203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123.17.6</a:t>
            </a:r>
          </a:p>
        </p:txBody>
      </p:sp>
      <p:sp>
        <p:nvSpPr>
          <p:cNvPr id="20378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If I tell you I have a heat engine which operates with Q</a:t>
            </a:r>
            <a:r>
              <a:rPr lang="en-US" baseline="-25000" dirty="0"/>
              <a:t>c</a:t>
            </a:r>
            <a:r>
              <a:rPr lang="en-US" dirty="0"/>
              <a:t> = 0, what should you do?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Buy Stock in my company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See if you can get your hands on the secret plans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Applaud the wonderful engineering achievement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Tell me I am lying (Kindly, this is BYU-I)</a:t>
            </a:r>
          </a:p>
        </p:txBody>
      </p:sp>
    </p:spTree>
    <p:extLst>
      <p:ext uri="{BB962C8B-B14F-4D97-AF65-F5344CB8AC3E}">
        <p14:creationId xmlns:p14="http://schemas.microsoft.com/office/powerpoint/2010/main" val="30805449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B92DE-7BCB-0957-2F82-0B18D21B9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Law Again: Kelvin-Plank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78E1F-4112-3812-579B-8404228D7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23844" cy="4351338"/>
          </a:xfrm>
        </p:spPr>
        <p:txBody>
          <a:bodyPr/>
          <a:lstStyle/>
          <a:p>
            <a:r>
              <a:rPr lang="en-US" dirty="0"/>
              <a:t>It is impossible to construct a heat engine that, operating in a cycle, inputs energy by heat from a hot reservoir and converts the energy entirely into useful work.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9B7C66-95CA-D5FD-C67B-ADF6EEA02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3837" y="1825625"/>
            <a:ext cx="3219274" cy="3219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271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D08FD7-F674-478A-8D42-6C695335457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201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123.17.7</a:t>
            </a:r>
            <a:endParaRPr lang="en-US" dirty="0"/>
          </a:p>
        </p:txBody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It is a hot day. You don’t have and air conditioner, but you have a refrigerator. You open the door of the fridge. The air in your apartment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cooler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hotter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605055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47831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034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049820" y="17830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034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049820" y="4953001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Refrigerator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7"/>
          <p:cNvSpPr/>
          <p:nvPr/>
        </p:nvSpPr>
        <p:spPr>
          <a:xfrm rot="16200000">
            <a:off x="4494557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3792490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Down Arrow 16">
            <a:extLst>
              <a:ext uri="{FF2B5EF4-FFF2-40B4-BE49-F238E27FC236}">
                <a16:creationId xmlns:a16="http://schemas.microsoft.com/office/drawing/2014/main" id="{E9EC9EF4-065C-EF3D-AC57-D39002AFA233}"/>
              </a:ext>
            </a:extLst>
          </p:cNvPr>
          <p:cNvSpPr/>
          <p:nvPr/>
        </p:nvSpPr>
        <p:spPr>
          <a:xfrm flipV="1">
            <a:off x="5811375" y="4499109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wn Arrow 16">
            <a:extLst>
              <a:ext uri="{FF2B5EF4-FFF2-40B4-BE49-F238E27FC236}">
                <a16:creationId xmlns:a16="http://schemas.microsoft.com/office/drawing/2014/main" id="{6960B83B-42DE-CE17-A10C-2E37FDC5C5DE}"/>
              </a:ext>
            </a:extLst>
          </p:cNvPr>
          <p:cNvSpPr/>
          <p:nvPr/>
        </p:nvSpPr>
        <p:spPr>
          <a:xfrm flipV="1">
            <a:off x="5803303" y="2106656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625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EA3C9-F245-676D-5D69-3C561D58D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 Law Again: Clausius II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F6687-25A6-FEDC-469C-E8170F9B3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impossible to construct a cyclical machine whose sole effect is to transfer energy continuously by heat from one object to another object at a higher temperature without the input of energy by work.</a:t>
            </a:r>
          </a:p>
        </p:txBody>
      </p:sp>
    </p:spTree>
    <p:extLst>
      <p:ext uri="{BB962C8B-B14F-4D97-AF65-F5344CB8AC3E}">
        <p14:creationId xmlns:p14="http://schemas.microsoft.com/office/powerpoint/2010/main" val="1630854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7197EDF6-4CAE-586E-BCE3-9853009223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348038" y="1027906"/>
            <a:ext cx="419548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197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03C243-F9B7-F998-8C27-D340AF9716C1}"/>
              </a:ext>
            </a:extLst>
          </p:cNvPr>
          <p:cNvSpPr/>
          <p:nvPr/>
        </p:nvSpPr>
        <p:spPr>
          <a:xfrm>
            <a:off x="3725969" y="7239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CDD34F-36D9-2226-3845-DF330B0F191E}"/>
              </a:ext>
            </a:extLst>
          </p:cNvPr>
          <p:cNvSpPr/>
          <p:nvPr/>
        </p:nvSpPr>
        <p:spPr>
          <a:xfrm>
            <a:off x="3740959" y="18973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6C7062-C16D-16F7-8EEF-951C1FF1AD28}"/>
              </a:ext>
            </a:extLst>
          </p:cNvPr>
          <p:cNvSpPr/>
          <p:nvPr/>
        </p:nvSpPr>
        <p:spPr>
          <a:xfrm>
            <a:off x="3725969" y="50673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D07854-1172-A430-29B1-582354AC5EF2}"/>
              </a:ext>
            </a:extLst>
          </p:cNvPr>
          <p:cNvSpPr/>
          <p:nvPr/>
        </p:nvSpPr>
        <p:spPr>
          <a:xfrm>
            <a:off x="3740959" y="50673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3213E4-0715-0567-CB72-95F6E1311FDC}"/>
              </a:ext>
            </a:extLst>
          </p:cNvPr>
          <p:cNvSpPr/>
          <p:nvPr/>
        </p:nvSpPr>
        <p:spPr>
          <a:xfrm>
            <a:off x="5321799" y="19431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748648-BEB0-3C18-CF9C-9CA834C74959}"/>
              </a:ext>
            </a:extLst>
          </p:cNvPr>
          <p:cNvSpPr txBox="1"/>
          <p:nvPr/>
        </p:nvSpPr>
        <p:spPr>
          <a:xfrm>
            <a:off x="5969500" y="19431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15485-10FE-293A-E834-996B5095F518}"/>
              </a:ext>
            </a:extLst>
          </p:cNvPr>
          <p:cNvSpPr txBox="1"/>
          <p:nvPr/>
        </p:nvSpPr>
        <p:spPr>
          <a:xfrm>
            <a:off x="6045700" y="42578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8" name="Down Arrow 16">
            <a:extLst>
              <a:ext uri="{FF2B5EF4-FFF2-40B4-BE49-F238E27FC236}">
                <a16:creationId xmlns:a16="http://schemas.microsoft.com/office/drawing/2014/main" id="{E130E7F3-C534-FA02-35A1-F0B9153FBF06}"/>
              </a:ext>
            </a:extLst>
          </p:cNvPr>
          <p:cNvSpPr/>
          <p:nvPr/>
        </p:nvSpPr>
        <p:spPr>
          <a:xfrm flipV="1">
            <a:off x="5474199" y="42578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Down Arrow 16">
            <a:extLst>
              <a:ext uri="{FF2B5EF4-FFF2-40B4-BE49-F238E27FC236}">
                <a16:creationId xmlns:a16="http://schemas.microsoft.com/office/drawing/2014/main" id="{14C61192-2303-B963-6DB1-071BFA380B63}"/>
              </a:ext>
            </a:extLst>
          </p:cNvPr>
          <p:cNvSpPr/>
          <p:nvPr/>
        </p:nvSpPr>
        <p:spPr>
          <a:xfrm flipV="1">
            <a:off x="5493559" y="19202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62FD9C-D344-61D5-4B79-8BCBC27ED58F}"/>
              </a:ext>
            </a:extLst>
          </p:cNvPr>
          <p:cNvSpPr/>
          <p:nvPr/>
        </p:nvSpPr>
        <p:spPr>
          <a:xfrm>
            <a:off x="3725969" y="7239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D527B8-F14C-B25C-D283-E234DA9209AA}"/>
              </a:ext>
            </a:extLst>
          </p:cNvPr>
          <p:cNvSpPr/>
          <p:nvPr/>
        </p:nvSpPr>
        <p:spPr>
          <a:xfrm>
            <a:off x="3740959" y="1897382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D1C247-079D-B0A8-0E14-1FF7EDF88510}"/>
              </a:ext>
            </a:extLst>
          </p:cNvPr>
          <p:cNvSpPr/>
          <p:nvPr/>
        </p:nvSpPr>
        <p:spPr>
          <a:xfrm>
            <a:off x="3725969" y="50673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72FF43-8781-4B39-F850-C9EFA96D96C3}"/>
              </a:ext>
            </a:extLst>
          </p:cNvPr>
          <p:cNvSpPr/>
          <p:nvPr/>
        </p:nvSpPr>
        <p:spPr>
          <a:xfrm>
            <a:off x="3740959" y="5067301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A95E15-0DA8-2D1A-9101-6048F8C64939}"/>
              </a:ext>
            </a:extLst>
          </p:cNvPr>
          <p:cNvSpPr/>
          <p:nvPr/>
        </p:nvSpPr>
        <p:spPr>
          <a:xfrm>
            <a:off x="5321799" y="19431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B9DECC-911A-35BD-94EC-B53A0E5AC6F6}"/>
              </a:ext>
            </a:extLst>
          </p:cNvPr>
          <p:cNvSpPr txBox="1"/>
          <p:nvPr/>
        </p:nvSpPr>
        <p:spPr>
          <a:xfrm>
            <a:off x="5969500" y="19431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8117FE-B115-4E93-1142-A932A9883749}"/>
              </a:ext>
            </a:extLst>
          </p:cNvPr>
          <p:cNvSpPr txBox="1"/>
          <p:nvPr/>
        </p:nvSpPr>
        <p:spPr>
          <a:xfrm>
            <a:off x="6045700" y="42578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Down Arrow 16">
            <a:extLst>
              <a:ext uri="{FF2B5EF4-FFF2-40B4-BE49-F238E27FC236}">
                <a16:creationId xmlns:a16="http://schemas.microsoft.com/office/drawing/2014/main" id="{BC6B97AA-D939-6000-0B3A-AEEDDBBEB330}"/>
              </a:ext>
            </a:extLst>
          </p:cNvPr>
          <p:cNvSpPr/>
          <p:nvPr/>
        </p:nvSpPr>
        <p:spPr>
          <a:xfrm flipV="1">
            <a:off x="5474199" y="42578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3644C5FD-ABBF-9482-6461-75BE5B5D8CCA}"/>
              </a:ext>
            </a:extLst>
          </p:cNvPr>
          <p:cNvSpPr/>
          <p:nvPr/>
        </p:nvSpPr>
        <p:spPr>
          <a:xfrm flipV="1">
            <a:off x="5493559" y="1920241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&quot;No&quot; Symbol 11"/>
          <p:cNvSpPr/>
          <p:nvPr/>
        </p:nvSpPr>
        <p:spPr>
          <a:xfrm>
            <a:off x="2720379" y="670810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3547A-1E53-6BA3-2AF0-1A7C5F8E3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Slide Number Placeholder 5">
            <a:extLst>
              <a:ext uri="{FF2B5EF4-FFF2-40B4-BE49-F238E27FC236}">
                <a16:creationId xmlns:a16="http://schemas.microsoft.com/office/drawing/2014/main" id="{E3570BCA-0286-3229-0106-A5F2037E8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D08FD7-F674-478A-8D42-6C695335457D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201731" name="Rectangle 2">
            <a:extLst>
              <a:ext uri="{FF2B5EF4-FFF2-40B4-BE49-F238E27FC236}">
                <a16:creationId xmlns:a16="http://schemas.microsoft.com/office/drawing/2014/main" id="{303F69AD-F7EC-1F9D-739E-A693B73C832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123.17.7</a:t>
            </a:r>
            <a:endParaRPr lang="en-US" dirty="0"/>
          </a:p>
        </p:txBody>
      </p:sp>
      <p:sp>
        <p:nvSpPr>
          <p:cNvPr id="201732" name="Rectangle 3">
            <a:extLst>
              <a:ext uri="{FF2B5EF4-FFF2-40B4-BE49-F238E27FC236}">
                <a16:creationId xmlns:a16="http://schemas.microsoft.com/office/drawing/2014/main" id="{56BADCFD-BCE7-5A5B-2B7A-890A36512C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It is a hot day. You don’t have and air conditioner, but you have a refrigerator. You open the door of the fridge. The air in your apartment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cooler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Gets hotter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29239081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50829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2938073"/>
            <a:ext cx="685800" cy="201492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3702549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A7AB20-FA4B-8D22-1468-6A75E04616AD}"/>
              </a:ext>
            </a:extLst>
          </p:cNvPr>
          <p:cNvSpPr/>
          <p:nvPr/>
        </p:nvSpPr>
        <p:spPr>
          <a:xfrm>
            <a:off x="4049820" y="563881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5930F4-445E-B3C9-56E7-4A036464A45E}"/>
              </a:ext>
            </a:extLst>
          </p:cNvPr>
          <p:cNvSpPr/>
          <p:nvPr/>
        </p:nvSpPr>
        <p:spPr>
          <a:xfrm>
            <a:off x="4049820" y="1775116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9B57E-7FF7-19E0-B090-1C187EE39E2C}"/>
              </a:ext>
            </a:extLst>
          </p:cNvPr>
          <p:cNvSpPr/>
          <p:nvPr/>
        </p:nvSpPr>
        <p:spPr>
          <a:xfrm>
            <a:off x="4049820" y="4983576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926ADD-EE36-3AE4-30E9-27A898C1107A}"/>
              </a:ext>
            </a:extLst>
          </p:cNvPr>
          <p:cNvSpPr/>
          <p:nvPr/>
        </p:nvSpPr>
        <p:spPr>
          <a:xfrm>
            <a:off x="4049820" y="4947382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B0517387-98A3-4DC9-38DE-8D549E7C8552}"/>
              </a:ext>
            </a:extLst>
          </p:cNvPr>
          <p:cNvSpPr/>
          <p:nvPr/>
        </p:nvSpPr>
        <p:spPr>
          <a:xfrm rot="10800000" flipV="1">
            <a:off x="5802420" y="417654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F51690E1-3EA5-422C-F597-CC431A63FCA5}"/>
              </a:ext>
            </a:extLst>
          </p:cNvPr>
          <p:cNvSpPr/>
          <p:nvPr/>
        </p:nvSpPr>
        <p:spPr>
          <a:xfrm rot="5400000" flipV="1">
            <a:off x="4557705" y="3014769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D25AC7-CC95-FDAC-414F-3CE79AFE31E7}"/>
              </a:ext>
            </a:extLst>
          </p:cNvPr>
          <p:cNvSpPr/>
          <p:nvPr/>
        </p:nvSpPr>
        <p:spPr>
          <a:xfrm>
            <a:off x="4049820" y="614872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95B302-D3A3-7514-E382-22D84F1736DC}"/>
              </a:ext>
            </a:extLst>
          </p:cNvPr>
          <p:cNvSpPr/>
          <p:nvPr/>
        </p:nvSpPr>
        <p:spPr>
          <a:xfrm>
            <a:off x="4055285" y="1788354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46E6E2-C64D-842E-8E66-1DB5A3EFE88F}"/>
              </a:ext>
            </a:extLst>
          </p:cNvPr>
          <p:cNvSpPr/>
          <p:nvPr/>
        </p:nvSpPr>
        <p:spPr>
          <a:xfrm>
            <a:off x="4034830" y="4870087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0F13E2-EA26-2C81-01E4-9E950FCFF85E}"/>
              </a:ext>
            </a:extLst>
          </p:cNvPr>
          <p:cNvSpPr/>
          <p:nvPr/>
        </p:nvSpPr>
        <p:spPr>
          <a:xfrm>
            <a:off x="4049820" y="4870088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6">
            <a:extLst>
              <a:ext uri="{FF2B5EF4-FFF2-40B4-BE49-F238E27FC236}">
                <a16:creationId xmlns:a16="http://schemas.microsoft.com/office/drawing/2014/main" id="{3BE1031B-11C2-C01E-2148-91C8CAA9F720}"/>
              </a:ext>
            </a:extLst>
          </p:cNvPr>
          <p:cNvSpPr/>
          <p:nvPr/>
        </p:nvSpPr>
        <p:spPr>
          <a:xfrm rot="10800000" flipV="1">
            <a:off x="5783060" y="1828812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16">
            <a:extLst>
              <a:ext uri="{FF2B5EF4-FFF2-40B4-BE49-F238E27FC236}">
                <a16:creationId xmlns:a16="http://schemas.microsoft.com/office/drawing/2014/main" id="{16F99E39-CB14-B824-8A89-AD3BA1EA5FBF}"/>
              </a:ext>
            </a:extLst>
          </p:cNvPr>
          <p:cNvSpPr/>
          <p:nvPr/>
        </p:nvSpPr>
        <p:spPr>
          <a:xfrm rot="5400000" flipV="1">
            <a:off x="7074652" y="2949385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&quot;No&quot; Symbol 12"/>
          <p:cNvSpPr/>
          <p:nvPr/>
        </p:nvSpPr>
        <p:spPr>
          <a:xfrm>
            <a:off x="3298060" y="64223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31EEED-05A6-DB26-36D1-7E4A6E640F0C}"/>
              </a:ext>
            </a:extLst>
          </p:cNvPr>
          <p:cNvSpPr/>
          <p:nvPr/>
        </p:nvSpPr>
        <p:spPr>
          <a:xfrm>
            <a:off x="6202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A9456A-0724-6D15-8023-19950D690EAA}"/>
              </a:ext>
            </a:extLst>
          </p:cNvPr>
          <p:cNvSpPr/>
          <p:nvPr/>
        </p:nvSpPr>
        <p:spPr>
          <a:xfrm>
            <a:off x="5630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0040AD-50B9-888E-4515-F1B79E8ACA31}"/>
              </a:ext>
            </a:extLst>
          </p:cNvPr>
          <p:cNvSpPr txBox="1"/>
          <p:nvPr/>
        </p:nvSpPr>
        <p:spPr>
          <a:xfrm>
            <a:off x="6354561" y="1924986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9D80FC-8F1C-5B0C-B23C-9B3789B8E7F6}"/>
              </a:ext>
            </a:extLst>
          </p:cNvPr>
          <p:cNvSpPr txBox="1"/>
          <p:nvPr/>
        </p:nvSpPr>
        <p:spPr>
          <a:xfrm>
            <a:off x="7689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FB877B-5B06-B8C1-C6F4-5281834154F4}"/>
              </a:ext>
            </a:extLst>
          </p:cNvPr>
          <p:cNvSpPr/>
          <p:nvPr/>
        </p:nvSpPr>
        <p:spPr>
          <a:xfrm>
            <a:off x="4049820" y="614872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3916D3-5D45-A79E-5FC7-1D28C72C3128}"/>
              </a:ext>
            </a:extLst>
          </p:cNvPr>
          <p:cNvSpPr/>
          <p:nvPr/>
        </p:nvSpPr>
        <p:spPr>
          <a:xfrm>
            <a:off x="4055285" y="1788354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C9126A-E345-1D3B-7A12-73F2A317FD49}"/>
              </a:ext>
            </a:extLst>
          </p:cNvPr>
          <p:cNvSpPr/>
          <p:nvPr/>
        </p:nvSpPr>
        <p:spPr>
          <a:xfrm>
            <a:off x="4034830" y="4870087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AA8346-D985-A1B2-9F9F-EAD9C582C794}"/>
              </a:ext>
            </a:extLst>
          </p:cNvPr>
          <p:cNvSpPr/>
          <p:nvPr/>
        </p:nvSpPr>
        <p:spPr>
          <a:xfrm>
            <a:off x="4049820" y="4870088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16">
            <a:extLst>
              <a:ext uri="{FF2B5EF4-FFF2-40B4-BE49-F238E27FC236}">
                <a16:creationId xmlns:a16="http://schemas.microsoft.com/office/drawing/2014/main" id="{9EBE2AA0-D561-5949-1EB7-E4AE724AC400}"/>
              </a:ext>
            </a:extLst>
          </p:cNvPr>
          <p:cNvSpPr/>
          <p:nvPr/>
        </p:nvSpPr>
        <p:spPr>
          <a:xfrm rot="10800000" flipV="1">
            <a:off x="5783060" y="1828812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16">
            <a:extLst>
              <a:ext uri="{FF2B5EF4-FFF2-40B4-BE49-F238E27FC236}">
                <a16:creationId xmlns:a16="http://schemas.microsoft.com/office/drawing/2014/main" id="{977F4217-CA21-35CC-1DB1-93375A177A29}"/>
              </a:ext>
            </a:extLst>
          </p:cNvPr>
          <p:cNvSpPr/>
          <p:nvPr/>
        </p:nvSpPr>
        <p:spPr>
          <a:xfrm rot="5400000" flipV="1">
            <a:off x="7074652" y="2949385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630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6354561" y="4143530"/>
            <a:ext cx="572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392302-1BD1-0AAF-E55F-F7C2AA0F390B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895F3E-F68D-AAC4-8287-B00F2A8F7144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E64CD5C-7861-37BA-F839-122CAD90B482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7BFEB6-7858-B2E5-E41B-BC2D0614D2E0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16">
            <a:extLst>
              <a:ext uri="{FF2B5EF4-FFF2-40B4-BE49-F238E27FC236}">
                <a16:creationId xmlns:a16="http://schemas.microsoft.com/office/drawing/2014/main" id="{3CA628EB-892B-C5C0-7FFA-0AE0CA760C7E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16">
            <a:extLst>
              <a:ext uri="{FF2B5EF4-FFF2-40B4-BE49-F238E27FC236}">
                <a16:creationId xmlns:a16="http://schemas.microsoft.com/office/drawing/2014/main" id="{F2962DFD-6CAD-B027-C0CB-02BC8A3EE061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own Arrow 16">
            <a:extLst>
              <a:ext uri="{FF2B5EF4-FFF2-40B4-BE49-F238E27FC236}">
                <a16:creationId xmlns:a16="http://schemas.microsoft.com/office/drawing/2014/main" id="{4BE3B1DA-241A-8965-01BF-DA0BE633B092}"/>
              </a:ext>
            </a:extLst>
          </p:cNvPr>
          <p:cNvSpPr/>
          <p:nvPr/>
        </p:nvSpPr>
        <p:spPr>
          <a:xfrm rot="10800000" flipV="1">
            <a:off x="5796154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60DA63-2BDA-CAEA-857C-FD4C88C08F3F}"/>
              </a:ext>
            </a:extLst>
          </p:cNvPr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8FB4E2-DD1B-C357-49F7-56D7D40D2DAF}"/>
              </a:ext>
            </a:extLst>
          </p:cNvPr>
          <p:cNvSpPr/>
          <p:nvPr/>
        </p:nvSpPr>
        <p:spPr>
          <a:xfrm>
            <a:off x="5630660" y="1828800"/>
            <a:ext cx="685800" cy="20556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E50B14A-15D2-CDEB-0FB8-EB2FA26BCAB4}"/>
              </a:ext>
            </a:extLst>
          </p:cNvPr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342785-3F46-C957-62DB-DCAE43DE04E8}"/>
              </a:ext>
            </a:extLst>
          </p:cNvPr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9DB61C-E009-2FD3-CF1E-C073AC2B37EF}"/>
              </a:ext>
            </a:extLst>
          </p:cNvPr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571BB9-ECE3-F967-E1FE-355AA9F2593C}"/>
              </a:ext>
            </a:extLst>
          </p:cNvPr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98AA21-33E6-EFF8-8C42-9B293549EC56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0C4042-AD19-92FB-6AD7-DAE87DFBC95F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40253B-357C-8C35-BABA-1408EC8F7276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B4C2B0-98AA-69D7-03DF-94FCE3CD3543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25D69E0E-DEE7-DF13-557B-F6ED19DF89F3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6">
            <a:extLst>
              <a:ext uri="{FF2B5EF4-FFF2-40B4-BE49-F238E27FC236}">
                <a16:creationId xmlns:a16="http://schemas.microsoft.com/office/drawing/2014/main" id="{41D80A64-2DDE-51E0-FF1F-1B1C25652147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9296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C293-007B-0FBA-71D5-7A59B9DE1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E4278A-D2C1-BF5D-7947-B35B0675F832}"/>
              </a:ext>
            </a:extLst>
          </p:cNvPr>
          <p:cNvSpPr/>
          <p:nvPr/>
        </p:nvSpPr>
        <p:spPr>
          <a:xfrm>
            <a:off x="6202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CF58ED-F7BB-1895-0B64-1BB71F8699BB}"/>
              </a:ext>
            </a:extLst>
          </p:cNvPr>
          <p:cNvSpPr/>
          <p:nvPr/>
        </p:nvSpPr>
        <p:spPr>
          <a:xfrm>
            <a:off x="5630660" y="1828800"/>
            <a:ext cx="685800" cy="2055654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0FB23D8-AE71-8A27-4E86-97454D2B527A}"/>
              </a:ext>
            </a:extLst>
          </p:cNvPr>
          <p:cNvSpPr/>
          <p:nvPr/>
        </p:nvSpPr>
        <p:spPr>
          <a:xfrm>
            <a:off x="5135360" y="2543330"/>
            <a:ext cx="1676400" cy="16002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86839AA-AA46-D4C2-9423-96D3F6A801CA}"/>
              </a:ext>
            </a:extLst>
          </p:cNvPr>
          <p:cNvSpPr/>
          <p:nvPr/>
        </p:nvSpPr>
        <p:spPr>
          <a:xfrm>
            <a:off x="5211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10F71-9840-31DB-D406-49CFB06CC510}"/>
              </a:ext>
            </a:extLst>
          </p:cNvPr>
          <p:cNvSpPr txBox="1"/>
          <p:nvPr/>
        </p:nvSpPr>
        <p:spPr>
          <a:xfrm>
            <a:off x="6278361" y="1828800"/>
            <a:ext cx="5790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77FF8C-E899-1512-AE65-ACA09FF00BC5}"/>
              </a:ext>
            </a:extLst>
          </p:cNvPr>
          <p:cNvSpPr txBox="1"/>
          <p:nvPr/>
        </p:nvSpPr>
        <p:spPr>
          <a:xfrm>
            <a:off x="7405119" y="3030510"/>
            <a:ext cx="11856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C219EC-AF18-9083-2774-1B55CE67BA15}"/>
              </a:ext>
            </a:extLst>
          </p:cNvPr>
          <p:cNvSpPr/>
          <p:nvPr/>
        </p:nvSpPr>
        <p:spPr>
          <a:xfrm>
            <a:off x="4128385" y="608773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2">
                  <a:tint val="66000"/>
                  <a:satMod val="160000"/>
                </a:schemeClr>
              </a:gs>
              <a:gs pos="50000">
                <a:schemeClr val="accent2">
                  <a:tint val="44500"/>
                  <a:satMod val="160000"/>
                </a:schemeClr>
              </a:gs>
              <a:gs pos="100000">
                <a:schemeClr val="accent2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FADB92-865C-41F8-439D-2102EDD76CFA}"/>
              </a:ext>
            </a:extLst>
          </p:cNvPr>
          <p:cNvSpPr/>
          <p:nvPr/>
        </p:nvSpPr>
        <p:spPr>
          <a:xfrm>
            <a:off x="4133850" y="1782255"/>
            <a:ext cx="38862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AF7C17-07D9-E69D-71E1-3F26BCCCBBA5}"/>
              </a:ext>
            </a:extLst>
          </p:cNvPr>
          <p:cNvSpPr/>
          <p:nvPr/>
        </p:nvSpPr>
        <p:spPr>
          <a:xfrm>
            <a:off x="4137910" y="4930139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  <a:tint val="66000"/>
                  <a:satMod val="160000"/>
                </a:schemeClr>
              </a:gs>
              <a:gs pos="50000">
                <a:schemeClr val="accent1">
                  <a:lumMod val="40000"/>
                  <a:lumOff val="60000"/>
                  <a:tint val="44500"/>
                  <a:satMod val="160000"/>
                </a:schemeClr>
              </a:gs>
              <a:gs pos="100000">
                <a:schemeClr val="accent1">
                  <a:lumMod val="40000"/>
                  <a:lumOff val="60000"/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322B88-EBDD-91C6-7E1E-573B263857F3}"/>
              </a:ext>
            </a:extLst>
          </p:cNvPr>
          <p:cNvSpPr/>
          <p:nvPr/>
        </p:nvSpPr>
        <p:spPr>
          <a:xfrm>
            <a:off x="4133850" y="4930140"/>
            <a:ext cx="3886200" cy="457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6">
            <a:extLst>
              <a:ext uri="{FF2B5EF4-FFF2-40B4-BE49-F238E27FC236}">
                <a16:creationId xmlns:a16="http://schemas.microsoft.com/office/drawing/2014/main" id="{9495A77C-B073-E51B-BDEB-1C7783820E80}"/>
              </a:ext>
            </a:extLst>
          </p:cNvPr>
          <p:cNvSpPr/>
          <p:nvPr/>
        </p:nvSpPr>
        <p:spPr>
          <a:xfrm rot="5400000" flipV="1">
            <a:off x="6902845" y="2965126"/>
            <a:ext cx="381000" cy="663171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6">
            <a:extLst>
              <a:ext uri="{FF2B5EF4-FFF2-40B4-BE49-F238E27FC236}">
                <a16:creationId xmlns:a16="http://schemas.microsoft.com/office/drawing/2014/main" id="{676F803B-069E-AFDA-FBCD-5DFBC9D8B744}"/>
              </a:ext>
            </a:extLst>
          </p:cNvPr>
          <p:cNvSpPr/>
          <p:nvPr/>
        </p:nvSpPr>
        <p:spPr>
          <a:xfrm rot="10800000" flipV="1">
            <a:off x="5783060" y="1827974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2">
                  <a:shade val="30000"/>
                  <a:satMod val="115000"/>
                </a:schemeClr>
              </a:gs>
              <a:gs pos="50000">
                <a:schemeClr val="accent2">
                  <a:shade val="67500"/>
                  <a:satMod val="115000"/>
                </a:schemeClr>
              </a:gs>
              <a:gs pos="100000">
                <a:schemeClr val="accent2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&quot;No&quot; Symbol 19">
            <a:extLst>
              <a:ext uri="{FF2B5EF4-FFF2-40B4-BE49-F238E27FC236}">
                <a16:creationId xmlns:a16="http://schemas.microsoft.com/office/drawing/2014/main" id="{61540CA6-6754-E7A3-C51A-74DF1C4C32B6}"/>
              </a:ext>
            </a:extLst>
          </p:cNvPr>
          <p:cNvSpPr/>
          <p:nvPr/>
        </p:nvSpPr>
        <p:spPr>
          <a:xfrm>
            <a:off x="3322820" y="64457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04433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133678" y="6195074"/>
            <a:ext cx="757502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Otto Cycle </a:t>
            </a:r>
          </a:p>
          <a:p>
            <a:pPr algn="ctr"/>
            <a:r>
              <a:rPr lang="en-US" sz="1200" i="1" dirty="0"/>
              <a:t>Manual of Driving and Maintenance for Mechanical Vehicles (Wheeled)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E2BC3B-76F6-9606-E8A1-DAE64BE12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49" y="1434320"/>
            <a:ext cx="2140026" cy="23145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07AB1-0F61-1263-031F-F07EC607D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489" y="1360433"/>
            <a:ext cx="2295437" cy="23884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47B28D-879D-5597-4029-645433108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193" y="1451141"/>
            <a:ext cx="2959464" cy="22999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E59E08-F523-253C-0400-30E7A990886E}"/>
              </a:ext>
            </a:extLst>
          </p:cNvPr>
          <p:cNvSpPr txBox="1"/>
          <p:nvPr/>
        </p:nvSpPr>
        <p:spPr>
          <a:xfrm>
            <a:off x="733425" y="1111442"/>
            <a:ext cx="15098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717BCF-14C6-12E5-39FF-4DA74856EA28}"/>
              </a:ext>
            </a:extLst>
          </p:cNvPr>
          <p:cNvSpPr txBox="1"/>
          <p:nvPr/>
        </p:nvSpPr>
        <p:spPr>
          <a:xfrm>
            <a:off x="3128220" y="1111442"/>
            <a:ext cx="31629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CD (Power Stroke)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2162A2-F1B9-1FA3-F58B-E4342B26B9E9}"/>
              </a:ext>
            </a:extLst>
          </p:cNvPr>
          <p:cNvSpPr txBox="1"/>
          <p:nvPr/>
        </p:nvSpPr>
        <p:spPr>
          <a:xfrm>
            <a:off x="6696075" y="1106331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AI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20808DE-1E04-F229-84B2-8135F6BCAF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108" y="1406887"/>
            <a:ext cx="2364682" cy="229555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0AD8B0E-624E-7ADD-56E9-CF5CC08FBFCB}"/>
              </a:ext>
            </a:extLst>
          </p:cNvPr>
          <p:cNvSpPr txBox="1"/>
          <p:nvPr/>
        </p:nvSpPr>
        <p:spPr>
          <a:xfrm>
            <a:off x="9722654" y="1117287"/>
            <a:ext cx="1460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Process IA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32" y="247405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77380" y="2693436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6311" y="6188486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39731" y="76810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39731" y="234455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39731" y="5210175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42630" y="510774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42630" y="5215172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28566" y="525016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28763" y="5340107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31064" y="465305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88724" y="5005408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24939" y="1984811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7104" y="638192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9937" y="4807956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3769A5-23F0-5177-8E89-6B89AACC7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872" y="146294"/>
            <a:ext cx="9132208" cy="219826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DEA6F-0678-F371-92D2-3BC85B349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0138CD-3E2A-358A-A183-25B95D5986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107C6EC-19F3-B439-087D-B10B9958F2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73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1109794" y="749509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63856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25315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43934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7186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6852" y="207089"/>
            <a:ext cx="9049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 – Adiabatic Compression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9490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682F5-4033-3666-9BEF-8DDF009F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08CE5-F9A6-7A40-9478-D72EB81F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7342B74C-5752-3D31-EE06-7B72CB0A4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8934" y="245570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31179A-34FB-6132-FBEE-5F89B1A14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17" y="4347694"/>
            <a:ext cx="10752195" cy="2145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924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408" y="363600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8072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30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524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524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42095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16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423748-C14F-0FCE-53E3-33EABFDDA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445" y="0"/>
            <a:ext cx="4697730" cy="41569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506DB6-2CDC-0805-7E6E-2853BE05B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621" y="4156985"/>
            <a:ext cx="10666757" cy="219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076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t="50323" r="48736" b="3764"/>
          <a:stretch>
            <a:fillRect/>
          </a:stretch>
        </p:blipFill>
        <p:spPr bwMode="auto">
          <a:xfrm>
            <a:off x="2330556" y="858704"/>
            <a:ext cx="4557009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3524120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38145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44291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4478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26153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1474" y="1933294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884B25D-B5B6-416B-5683-AD7E1449B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373" y="289497"/>
            <a:ext cx="5233351" cy="42371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3336535-59C3-3BDC-BCA8-85EE2C5B6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23" y="4210318"/>
            <a:ext cx="11289838" cy="218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71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201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76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9385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85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871855" y="54853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572052" y="55753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874353" y="48882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2406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1667509" y="29286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D7C40E-0FF1-AC59-F503-AA8EA7E6D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096" y="269486"/>
            <a:ext cx="4619280" cy="38453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3D7C21-03A9-B831-A6C9-C5F4B19E7B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795" y="4381902"/>
            <a:ext cx="10779800" cy="194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4103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1295869" y="783364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283985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345445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7315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6825" y="2202806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013429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64064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40514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  <p:pic>
        <p:nvPicPr>
          <p:cNvPr id="2" name="Picture 5">
            <a:extLst>
              <a:ext uri="{FF2B5EF4-FFF2-40B4-BE49-F238E27FC236}">
                <a16:creationId xmlns:a16="http://schemas.microsoft.com/office/drawing/2014/main" id="{0494FB3A-F080-A044-669E-902EDB5A4A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6549" y="1430287"/>
            <a:ext cx="4077325" cy="35684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4C49D-1C0A-777F-031B-CE823CF42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>
            <a:extLst>
              <a:ext uri="{FF2B5EF4-FFF2-40B4-BE49-F238E27FC236}">
                <a16:creationId xmlns:a16="http://schemas.microsoft.com/office/drawing/2014/main" id="{30E4C50D-1497-D5F7-8E29-F1A30C64E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7DEA2A-B8DD-DA43-C9C3-B0481EEC6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332" y="4361892"/>
            <a:ext cx="10850836" cy="199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998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58DC4-CD0A-7EE9-E910-2F92755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6D5F5D2-3F10-82E4-7087-F9EF14F68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2061815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114045-9399-019B-7B75-7ADC76130D55}"/>
              </a:ext>
            </a:extLst>
          </p:cNvPr>
          <p:cNvSpPr txBox="1"/>
          <p:nvPr/>
        </p:nvSpPr>
        <p:spPr>
          <a:xfrm>
            <a:off x="477843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9E91C3ED-2EC3-BF40-5B9C-46E754E79EEB}"/>
              </a:ext>
            </a:extLst>
          </p:cNvPr>
          <p:cNvSpPr/>
          <p:nvPr/>
        </p:nvSpPr>
        <p:spPr>
          <a:xfrm>
            <a:off x="3506605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E1FA934-EFCE-B5C4-74F6-85AB081CA7B0}"/>
              </a:ext>
            </a:extLst>
          </p:cNvPr>
          <p:cNvSpPr/>
          <p:nvPr/>
        </p:nvSpPr>
        <p:spPr>
          <a:xfrm>
            <a:off x="1767746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B05D3E-5D6B-70A1-CCC1-027D0453E095}"/>
              </a:ext>
            </a:extLst>
          </p:cNvPr>
          <p:cNvCxnSpPr/>
          <p:nvPr/>
        </p:nvCxnSpPr>
        <p:spPr>
          <a:xfrm>
            <a:off x="4121201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137D7C-FD9B-1350-392F-8D0C0E923F1C}"/>
              </a:ext>
            </a:extLst>
          </p:cNvPr>
          <p:cNvSpPr txBox="1"/>
          <p:nvPr/>
        </p:nvSpPr>
        <p:spPr>
          <a:xfrm>
            <a:off x="1139909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2CDD6E55-BD45-CED7-150C-D7F758D93C6E}"/>
              </a:ext>
            </a:extLst>
          </p:cNvPr>
          <p:cNvSpPr/>
          <p:nvPr/>
        </p:nvSpPr>
        <p:spPr>
          <a:xfrm>
            <a:off x="2307392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DCD88CF-3916-2A5F-0B9E-636863ACF1FB}"/>
              </a:ext>
            </a:extLst>
          </p:cNvPr>
          <p:cNvSpPr txBox="1"/>
          <p:nvPr/>
        </p:nvSpPr>
        <p:spPr>
          <a:xfrm>
            <a:off x="2981950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>
            <a:extLst>
              <a:ext uri="{FF2B5EF4-FFF2-40B4-BE49-F238E27FC236}">
                <a16:creationId xmlns:a16="http://schemas.microsoft.com/office/drawing/2014/main" id="{7BF1D3C9-1731-9008-D3A5-7B92256E4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5514" y="1447261"/>
            <a:ext cx="4528643" cy="39634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346408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C08639-B383-C693-10A6-D654E1928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024" y="334912"/>
            <a:ext cx="4601201" cy="40269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F5F126-C984-F7A8-DAFD-6DE6BF061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56" y="4361892"/>
            <a:ext cx="10932159" cy="212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317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0579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1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775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775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3775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8877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8877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468786" y="5741234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019082" y="5546363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081540" y="4424599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034073" y="4946755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60228" y="2131105"/>
            <a:ext cx="4331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2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5226" y="49542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648264" y="1499019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9139003" y="5054184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008026" y="1611446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268915" y="5211582"/>
            <a:ext cx="51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393957" y="4023608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2228537" y="4023608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166074" y="4175025"/>
            <a:ext cx="213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376469" y="4175025"/>
            <a:ext cx="2359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DF08B8E-D69D-D9BF-D54A-2C6C93A7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4225" y="1600341"/>
            <a:ext cx="4792551" cy="3814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D09A19-42AF-3EEA-2D1B-3498ED33D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" y="1487241"/>
            <a:ext cx="6225702" cy="16356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33C00C-E5BD-F21B-B8E8-02553AD6F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" y="3271830"/>
            <a:ext cx="6953250" cy="188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789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905001" y="442834"/>
            <a:ext cx="7885575" cy="6415167"/>
            <a:chOff x="381000" y="442833"/>
            <a:chExt cx="788557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66091" y="2839730"/>
              <a:ext cx="22174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67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331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7801" y="369874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1540509" y="28397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9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4283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385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874353" y="4799353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9632013" y="5151702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393" y="784486"/>
            <a:ext cx="468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3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5613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4206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9309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795655" y="5409161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9495852" y="5499101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897026" y="4966950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1273809" y="2369830"/>
            <a:ext cx="22174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4B4A-DF32-C870-E5B4-156E8E0E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2C8E7-2905-7A1A-4A8C-166F1F2E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D76EDB-C6A3-6ECC-6BD3-53152EBE9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8224" y="1690688"/>
            <a:ext cx="6848272" cy="1500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99212E-4554-8F2B-2285-BEA7AA8A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" y="3872192"/>
            <a:ext cx="7600545" cy="20219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73A1A9-DB97-3D45-2807-39CD5B9A8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1440" y="1586431"/>
            <a:ext cx="4142074" cy="329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28100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26DA9-DB5C-A6BC-3F00-2FACE57A1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34B29-26BC-6B8A-9C34-22E9A33396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CB77ACF1-A7B2-F60F-B0AD-0D4849264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58183" y="9525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1054045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3080990" y="781987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1497018" y="2127855"/>
            <a:ext cx="13023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4525780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786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5140376" y="2863122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59084" y="4273948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3326567" y="3285344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001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8582" y="1845898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914</Words>
  <Application>Microsoft Office PowerPoint</Application>
  <PresentationFormat>Widescreen</PresentationFormat>
  <Paragraphs>233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Symbol</vt:lpstr>
      <vt:lpstr>Times</vt:lpstr>
      <vt:lpstr>Office Theme</vt:lpstr>
      <vt:lpstr>Lecture 37</vt:lpstr>
      <vt:lpstr>PowerPoint Presentation</vt:lpstr>
      <vt:lpstr>PowerPoint Presentation</vt:lpstr>
      <vt:lpstr>Question 123.10.7</vt:lpstr>
      <vt:lpstr>Question 123.17.1</vt:lpstr>
      <vt:lpstr>PowerPoint Presentation</vt:lpstr>
      <vt:lpstr>Second Law Again: Clausius I</vt:lpstr>
      <vt:lpstr>Question</vt:lpstr>
      <vt:lpstr>PowerPoint Presentation</vt:lpstr>
      <vt:lpstr>PowerPoint Presentation</vt:lpstr>
      <vt:lpstr>Question 123.17.2</vt:lpstr>
      <vt:lpstr>Question: Limit of the Reservoir Model</vt:lpstr>
      <vt:lpstr>Question 123.17.3</vt:lpstr>
      <vt:lpstr>Question 123.17.4</vt:lpstr>
      <vt:lpstr>Question 123.17.4.5</vt:lpstr>
      <vt:lpstr>PowerPoint Presentation</vt:lpstr>
      <vt:lpstr>PowerPoint Presentation</vt:lpstr>
      <vt:lpstr>Question</vt:lpstr>
      <vt:lpstr>Question</vt:lpstr>
      <vt:lpstr>PowerPoint Presentation</vt:lpstr>
      <vt:lpstr>PowerPoint Presentation</vt:lpstr>
      <vt:lpstr>Question 123.17.5</vt:lpstr>
      <vt:lpstr>Question 123.17.6</vt:lpstr>
      <vt:lpstr>Second Law Again: Kelvin-Plank</vt:lpstr>
      <vt:lpstr>Question 123.17.7</vt:lpstr>
      <vt:lpstr>PowerPoint Presentation</vt:lpstr>
      <vt:lpstr>Second Law Again: Clausius II</vt:lpstr>
      <vt:lpstr>PowerPoint Presentation</vt:lpstr>
      <vt:lpstr>PowerPoint Presentation</vt:lpstr>
      <vt:lpstr>PowerPoint Presentation</vt:lpstr>
      <vt:lpstr>Question 123.17.7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2026-07-13T18:00:03Z</dcterms:modified>
</cp:coreProperties>
</file>