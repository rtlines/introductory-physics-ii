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7" r:id="rId4"/>
    <p:sldId id="278" r:id="rId5"/>
    <p:sldId id="269" r:id="rId6"/>
    <p:sldId id="270" r:id="rId7"/>
    <p:sldId id="499" r:id="rId8"/>
    <p:sldId id="271" r:id="rId9"/>
    <p:sldId id="272" r:id="rId10"/>
    <p:sldId id="273" r:id="rId11"/>
    <p:sldId id="487" r:id="rId12"/>
    <p:sldId id="488" r:id="rId13"/>
    <p:sldId id="279" r:id="rId14"/>
    <p:sldId id="280" r:id="rId15"/>
    <p:sldId id="274" r:id="rId16"/>
    <p:sldId id="275" r:id="rId17"/>
    <p:sldId id="276" r:id="rId18"/>
    <p:sldId id="281" r:id="rId19"/>
    <p:sldId id="500" r:id="rId20"/>
    <p:sldId id="260" r:id="rId21"/>
    <p:sldId id="259" r:id="rId22"/>
    <p:sldId id="261" r:id="rId23"/>
    <p:sldId id="263" r:id="rId24"/>
    <p:sldId id="262" r:id="rId25"/>
    <p:sldId id="486" r:id="rId26"/>
    <p:sldId id="510" r:id="rId27"/>
    <p:sldId id="511" r:id="rId28"/>
    <p:sldId id="489" r:id="rId29"/>
    <p:sldId id="258" r:id="rId30"/>
    <p:sldId id="490" r:id="rId31"/>
    <p:sldId id="502" r:id="rId32"/>
    <p:sldId id="266" r:id="rId33"/>
    <p:sldId id="503" r:id="rId34"/>
    <p:sldId id="491" r:id="rId35"/>
    <p:sldId id="504" r:id="rId36"/>
    <p:sldId id="492" r:id="rId37"/>
    <p:sldId id="505" r:id="rId38"/>
    <p:sldId id="493" r:id="rId39"/>
    <p:sldId id="508" r:id="rId40"/>
    <p:sldId id="507" r:id="rId41"/>
    <p:sldId id="506" r:id="rId42"/>
    <p:sldId id="495" r:id="rId43"/>
    <p:sldId id="509" r:id="rId44"/>
    <p:sldId id="265" r:id="rId45"/>
    <p:sldId id="496" r:id="rId46"/>
    <p:sldId id="497" r:id="rId47"/>
    <p:sldId id="498" r:id="rId48"/>
    <p:sldId id="485" r:id="rId49"/>
    <p:sldId id="501" r:id="rId50"/>
    <p:sldId id="494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103A9-F942-4ACA-ACF2-A6EEDACA0042}" v="120" dt="2025-07-14T19:00:22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es, Todd" userId="afaf7c3a-e8aa-4568-882a-02ad8f9e19b0" providerId="ADAL" clId="{15C103A9-F942-4ACA-ACF2-A6EEDACA0042}"/>
    <pc:docChg chg="undo custSel addSld delSld modSld sldOrd">
      <pc:chgData name="Lines, Todd" userId="afaf7c3a-e8aa-4568-882a-02ad8f9e19b0" providerId="ADAL" clId="{15C103A9-F942-4ACA-ACF2-A6EEDACA0042}" dt="2025-07-15T21:19:52.662" v="918" actId="1076"/>
      <pc:docMkLst>
        <pc:docMk/>
      </pc:docMkLst>
      <pc:sldChg chg="modSp mod">
        <pc:chgData name="Lines, Todd" userId="afaf7c3a-e8aa-4568-882a-02ad8f9e19b0" providerId="ADAL" clId="{15C103A9-F942-4ACA-ACF2-A6EEDACA0042}" dt="2025-07-08T20:13:20.223" v="1" actId="20577"/>
        <pc:sldMkLst>
          <pc:docMk/>
          <pc:sldMk cId="2198685155" sldId="256"/>
        </pc:sldMkLst>
        <pc:spChg chg="mod">
          <ac:chgData name="Lines, Todd" userId="afaf7c3a-e8aa-4568-882a-02ad8f9e19b0" providerId="ADAL" clId="{15C103A9-F942-4ACA-ACF2-A6EEDACA0042}" dt="2025-07-08T20:13:20.223" v="1" actId="20577"/>
          <ac:spMkLst>
            <pc:docMk/>
            <pc:sldMk cId="2198685155" sldId="256"/>
            <ac:spMk id="2" creationId="{D4DF5993-F601-E2E9-268C-C8A5F1C288D8}"/>
          </ac:spMkLst>
        </pc:spChg>
      </pc:sldChg>
      <pc:sldChg chg="del">
        <pc:chgData name="Lines, Todd" userId="afaf7c3a-e8aa-4568-882a-02ad8f9e19b0" providerId="ADAL" clId="{15C103A9-F942-4ACA-ACF2-A6EEDACA0042}" dt="2025-07-08T20:13:43.857" v="8" actId="47"/>
        <pc:sldMkLst>
          <pc:docMk/>
          <pc:sldMk cId="1532625996" sldId="257"/>
        </pc:sldMkLst>
      </pc:sldChg>
      <pc:sldChg chg="add">
        <pc:chgData name="Lines, Todd" userId="afaf7c3a-e8aa-4568-882a-02ad8f9e19b0" providerId="ADAL" clId="{15C103A9-F942-4ACA-ACF2-A6EEDACA0042}" dt="2025-07-08T21:00:12.861" v="114"/>
        <pc:sldMkLst>
          <pc:docMk/>
          <pc:sldMk cId="0" sldId="258"/>
        </pc:sldMkLst>
      </pc:sldChg>
      <pc:sldChg chg="addSp delSp modSp add mod">
        <pc:chgData name="Lines, Todd" userId="afaf7c3a-e8aa-4568-882a-02ad8f9e19b0" providerId="ADAL" clId="{15C103A9-F942-4ACA-ACF2-A6EEDACA0042}" dt="2025-07-14T18:55:32.533" v="798" actId="166"/>
        <pc:sldMkLst>
          <pc:docMk/>
          <pc:sldMk cId="0" sldId="259"/>
        </pc:sldMkLst>
        <pc:spChg chg="add mod">
          <ac:chgData name="Lines, Todd" userId="afaf7c3a-e8aa-4568-882a-02ad8f9e19b0" providerId="ADAL" clId="{15C103A9-F942-4ACA-ACF2-A6EEDACA0042}" dt="2025-07-14T18:55:25.990" v="796"/>
          <ac:spMkLst>
            <pc:docMk/>
            <pc:sldMk cId="0" sldId="259"/>
            <ac:spMk id="2" creationId="{FC62FD9C-D344-61D5-4B79-8BCBC27ED58F}"/>
          </ac:spMkLst>
        </pc:spChg>
        <pc:spChg chg="add mod">
          <ac:chgData name="Lines, Todd" userId="afaf7c3a-e8aa-4568-882a-02ad8f9e19b0" providerId="ADAL" clId="{15C103A9-F942-4ACA-ACF2-A6EEDACA0042}" dt="2025-07-14T18:55:25.990" v="796"/>
          <ac:spMkLst>
            <pc:docMk/>
            <pc:sldMk cId="0" sldId="259"/>
            <ac:spMk id="3" creationId="{6AD527B8-F14C-B25C-D283-E234DA9209AA}"/>
          </ac:spMkLst>
        </pc:spChg>
        <pc:spChg chg="add mod">
          <ac:chgData name="Lines, Todd" userId="afaf7c3a-e8aa-4568-882a-02ad8f9e19b0" providerId="ADAL" clId="{15C103A9-F942-4ACA-ACF2-A6EEDACA0042}" dt="2025-07-14T18:55:25.990" v="796"/>
          <ac:spMkLst>
            <pc:docMk/>
            <pc:sldMk cId="0" sldId="259"/>
            <ac:spMk id="4" creationId="{8ED1C247-079D-B0A8-0E14-1FF7EDF88510}"/>
          </ac:spMkLst>
        </pc:spChg>
        <pc:spChg chg="add mod">
          <ac:chgData name="Lines, Todd" userId="afaf7c3a-e8aa-4568-882a-02ad8f9e19b0" providerId="ADAL" clId="{15C103A9-F942-4ACA-ACF2-A6EEDACA0042}" dt="2025-07-14T18:55:25.990" v="796"/>
          <ac:spMkLst>
            <pc:docMk/>
            <pc:sldMk cId="0" sldId="259"/>
            <ac:spMk id="5" creationId="{5D72FF43-8781-4B39-F850-C9EFA96D96C3}"/>
          </ac:spMkLst>
        </pc:spChg>
        <pc:spChg chg="del">
          <ac:chgData name="Lines, Todd" userId="afaf7c3a-e8aa-4568-882a-02ad8f9e19b0" providerId="ADAL" clId="{15C103A9-F942-4ACA-ACF2-A6EEDACA0042}" dt="2025-07-14T18:55:25.509" v="795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25.509" v="795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25.509" v="795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25.509" v="795" actId="478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5:25.990" v="796"/>
          <ac:spMkLst>
            <pc:docMk/>
            <pc:sldMk cId="0" sldId="259"/>
            <ac:spMk id="10" creationId="{EEA95E15-0DA8-2D1A-9101-6048F8C64939}"/>
          </ac:spMkLst>
        </pc:spChg>
        <pc:spChg chg="del">
          <ac:chgData name="Lines, Todd" userId="afaf7c3a-e8aa-4568-882a-02ad8f9e19b0" providerId="ADAL" clId="{15C103A9-F942-4ACA-ACF2-A6EEDACA0042}" dt="2025-07-14T18:55:25.509" v="795" actId="478"/>
          <ac:spMkLst>
            <pc:docMk/>
            <pc:sldMk cId="0" sldId="259"/>
            <ac:spMk id="11" creationId="{00000000-0000-0000-0000-000000000000}"/>
          </ac:spMkLst>
        </pc:spChg>
        <pc:spChg chg="mod ord">
          <ac:chgData name="Lines, Todd" userId="afaf7c3a-e8aa-4568-882a-02ad8f9e19b0" providerId="ADAL" clId="{15C103A9-F942-4ACA-ACF2-A6EEDACA0042}" dt="2025-07-14T18:55:32.533" v="798" actId="166"/>
          <ac:spMkLst>
            <pc:docMk/>
            <pc:sldMk cId="0" sldId="259"/>
            <ac:spMk id="12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25.509" v="795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25.509" v="795" actId="478"/>
          <ac:spMkLst>
            <pc:docMk/>
            <pc:sldMk cId="0" sldId="259"/>
            <ac:spMk id="14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5:25.990" v="796"/>
          <ac:spMkLst>
            <pc:docMk/>
            <pc:sldMk cId="0" sldId="259"/>
            <ac:spMk id="15" creationId="{85B9DECC-911A-35BD-94EC-B53A0E5AC6F6}"/>
          </ac:spMkLst>
        </pc:spChg>
        <pc:spChg chg="del">
          <ac:chgData name="Lines, Todd" userId="afaf7c3a-e8aa-4568-882a-02ad8f9e19b0" providerId="ADAL" clId="{15C103A9-F942-4ACA-ACF2-A6EEDACA0042}" dt="2025-07-14T18:55:25.509" v="795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25.509" v="795" actId="478"/>
          <ac:spMkLst>
            <pc:docMk/>
            <pc:sldMk cId="0" sldId="259"/>
            <ac:spMk id="17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5:25.990" v="796"/>
          <ac:spMkLst>
            <pc:docMk/>
            <pc:sldMk cId="0" sldId="259"/>
            <ac:spMk id="18" creationId="{D28117FE-B115-4E93-1142-A932A9883749}"/>
          </ac:spMkLst>
        </pc:spChg>
        <pc:spChg chg="add mod">
          <ac:chgData name="Lines, Todd" userId="afaf7c3a-e8aa-4568-882a-02ad8f9e19b0" providerId="ADAL" clId="{15C103A9-F942-4ACA-ACF2-A6EEDACA0042}" dt="2025-07-14T18:55:25.990" v="796"/>
          <ac:spMkLst>
            <pc:docMk/>
            <pc:sldMk cId="0" sldId="259"/>
            <ac:spMk id="19" creationId="{BC6B97AA-D939-6000-0B3A-AEEDDBBEB330}"/>
          </ac:spMkLst>
        </pc:spChg>
        <pc:spChg chg="add mod">
          <ac:chgData name="Lines, Todd" userId="afaf7c3a-e8aa-4568-882a-02ad8f9e19b0" providerId="ADAL" clId="{15C103A9-F942-4ACA-ACF2-A6EEDACA0042}" dt="2025-07-14T18:55:25.990" v="796"/>
          <ac:spMkLst>
            <pc:docMk/>
            <pc:sldMk cId="0" sldId="259"/>
            <ac:spMk id="20" creationId="{3644C5FD-ABBF-9482-6461-75BE5B5D8CCA}"/>
          </ac:spMkLst>
        </pc:spChg>
      </pc:sldChg>
      <pc:sldChg chg="addSp delSp modSp add mod">
        <pc:chgData name="Lines, Todd" userId="afaf7c3a-e8aa-4568-882a-02ad8f9e19b0" providerId="ADAL" clId="{15C103A9-F942-4ACA-ACF2-A6EEDACA0042}" dt="2025-07-14T18:55:16.309" v="794" actId="1076"/>
        <pc:sldMkLst>
          <pc:docMk/>
          <pc:sldMk cId="0" sldId="260"/>
        </pc:sldMkLst>
        <pc:spChg chg="add mod">
          <ac:chgData name="Lines, Todd" userId="afaf7c3a-e8aa-4568-882a-02ad8f9e19b0" providerId="ADAL" clId="{15C103A9-F942-4ACA-ACF2-A6EEDACA0042}" dt="2025-07-14T18:55:16.309" v="794" actId="1076"/>
          <ac:spMkLst>
            <pc:docMk/>
            <pc:sldMk cId="0" sldId="260"/>
            <ac:spMk id="2" creationId="{0C03C243-F9B7-F998-8C27-D340AF9716C1}"/>
          </ac:spMkLst>
        </pc:spChg>
        <pc:spChg chg="add mod">
          <ac:chgData name="Lines, Todd" userId="afaf7c3a-e8aa-4568-882a-02ad8f9e19b0" providerId="ADAL" clId="{15C103A9-F942-4ACA-ACF2-A6EEDACA0042}" dt="2025-07-14T18:55:16.309" v="794" actId="1076"/>
          <ac:spMkLst>
            <pc:docMk/>
            <pc:sldMk cId="0" sldId="260"/>
            <ac:spMk id="3" creationId="{27CDD34F-36D9-2226-3845-DF330B0F191E}"/>
          </ac:spMkLst>
        </pc:spChg>
        <pc:spChg chg="add mod">
          <ac:chgData name="Lines, Todd" userId="afaf7c3a-e8aa-4568-882a-02ad8f9e19b0" providerId="ADAL" clId="{15C103A9-F942-4ACA-ACF2-A6EEDACA0042}" dt="2025-07-14T18:55:16.309" v="794" actId="1076"/>
          <ac:spMkLst>
            <pc:docMk/>
            <pc:sldMk cId="0" sldId="260"/>
            <ac:spMk id="4" creationId="{336C7062-C16D-16F7-8EEF-951C1FF1AD28}"/>
          </ac:spMkLst>
        </pc:spChg>
        <pc:spChg chg="add mod">
          <ac:chgData name="Lines, Todd" userId="afaf7c3a-e8aa-4568-882a-02ad8f9e19b0" providerId="ADAL" clId="{15C103A9-F942-4ACA-ACF2-A6EEDACA0042}" dt="2025-07-14T18:55:16.309" v="794" actId="1076"/>
          <ac:spMkLst>
            <pc:docMk/>
            <pc:sldMk cId="0" sldId="260"/>
            <ac:spMk id="5" creationId="{5ED07854-1172-A430-29B1-582354AC5EF2}"/>
          </ac:spMkLst>
        </pc:spChg>
        <pc:spChg chg="del">
          <ac:chgData name="Lines, Todd" userId="afaf7c3a-e8aa-4568-882a-02ad8f9e19b0" providerId="ADAL" clId="{15C103A9-F942-4ACA-ACF2-A6EEDACA0042}" dt="2025-07-14T18:55:07.605" v="793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07.605" v="793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07.605" v="793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07.605" v="793" actId="478"/>
          <ac:spMkLst>
            <pc:docMk/>
            <pc:sldMk cId="0" sldId="260"/>
            <ac:spMk id="9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5:16.309" v="794" actId="1076"/>
          <ac:spMkLst>
            <pc:docMk/>
            <pc:sldMk cId="0" sldId="260"/>
            <ac:spMk id="10" creationId="{523213E4-0715-0567-CB72-95F6E1311FDC}"/>
          </ac:spMkLst>
        </pc:spChg>
        <pc:spChg chg="del mod">
          <ac:chgData name="Lines, Todd" userId="afaf7c3a-e8aa-4568-882a-02ad8f9e19b0" providerId="ADAL" clId="{15C103A9-F942-4ACA-ACF2-A6EEDACA0042}" dt="2025-07-14T18:55:07.605" v="793" actId="478"/>
          <ac:spMkLst>
            <pc:docMk/>
            <pc:sldMk cId="0" sldId="260"/>
            <ac:spMk id="11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5:16.309" v="794" actId="1076"/>
          <ac:spMkLst>
            <pc:docMk/>
            <pc:sldMk cId="0" sldId="260"/>
            <ac:spMk id="12" creationId="{22748648-BEB0-3C18-CF9C-9CA834C74959}"/>
          </ac:spMkLst>
        </pc:spChg>
        <pc:spChg chg="del">
          <ac:chgData name="Lines, Todd" userId="afaf7c3a-e8aa-4568-882a-02ad8f9e19b0" providerId="ADAL" clId="{15C103A9-F942-4ACA-ACF2-A6EEDACA0042}" dt="2025-07-14T18:55:07.605" v="793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07.605" v="793" actId="478"/>
          <ac:spMkLst>
            <pc:docMk/>
            <pc:sldMk cId="0" sldId="260"/>
            <ac:spMk id="14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5:16.309" v="794" actId="1076"/>
          <ac:spMkLst>
            <pc:docMk/>
            <pc:sldMk cId="0" sldId="260"/>
            <ac:spMk id="15" creationId="{72B15485-10FE-293A-E834-996B5095F518}"/>
          </ac:spMkLst>
        </pc:spChg>
        <pc:spChg chg="del">
          <ac:chgData name="Lines, Todd" userId="afaf7c3a-e8aa-4568-882a-02ad8f9e19b0" providerId="ADAL" clId="{15C103A9-F942-4ACA-ACF2-A6EEDACA0042}" dt="2025-07-14T18:55:07.605" v="793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07.605" v="793" actId="478"/>
          <ac:spMkLst>
            <pc:docMk/>
            <pc:sldMk cId="0" sldId="260"/>
            <ac:spMk id="17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5:16.309" v="794" actId="1076"/>
          <ac:spMkLst>
            <pc:docMk/>
            <pc:sldMk cId="0" sldId="260"/>
            <ac:spMk id="18" creationId="{E130E7F3-C534-FA02-35A1-F0B9153FBF06}"/>
          </ac:spMkLst>
        </pc:spChg>
        <pc:spChg chg="add mod">
          <ac:chgData name="Lines, Todd" userId="afaf7c3a-e8aa-4568-882a-02ad8f9e19b0" providerId="ADAL" clId="{15C103A9-F942-4ACA-ACF2-A6EEDACA0042}" dt="2025-07-14T18:55:16.309" v="794" actId="1076"/>
          <ac:spMkLst>
            <pc:docMk/>
            <pc:sldMk cId="0" sldId="260"/>
            <ac:spMk id="19" creationId="{14C61192-2303-B963-6DB1-071BFA380B63}"/>
          </ac:spMkLst>
        </pc:spChg>
      </pc:sldChg>
      <pc:sldChg chg="addSp delSp modSp add mod">
        <pc:chgData name="Lines, Todd" userId="afaf7c3a-e8aa-4568-882a-02ad8f9e19b0" providerId="ADAL" clId="{15C103A9-F942-4ACA-ACF2-A6EEDACA0042}" dt="2025-07-14T18:56:41.266" v="820" actId="478"/>
        <pc:sldMkLst>
          <pc:docMk/>
          <pc:sldMk cId="0" sldId="261"/>
        </pc:sldMkLst>
        <pc:spChg chg="add mod">
          <ac:chgData name="Lines, Todd" userId="afaf7c3a-e8aa-4568-882a-02ad8f9e19b0" providerId="ADAL" clId="{15C103A9-F942-4ACA-ACF2-A6EEDACA0042}" dt="2025-07-14T18:55:58.069" v="806" actId="1035"/>
          <ac:spMkLst>
            <pc:docMk/>
            <pc:sldMk cId="0" sldId="261"/>
            <ac:spMk id="2" creationId="{29A7AB20-FA4B-8D22-1468-6A75E04616AD}"/>
          </ac:spMkLst>
        </pc:spChg>
        <pc:spChg chg="add mod">
          <ac:chgData name="Lines, Todd" userId="afaf7c3a-e8aa-4568-882a-02ad8f9e19b0" providerId="ADAL" clId="{15C103A9-F942-4ACA-ACF2-A6EEDACA0042}" dt="2025-07-14T18:56:13.412" v="810" actId="1076"/>
          <ac:spMkLst>
            <pc:docMk/>
            <pc:sldMk cId="0" sldId="261"/>
            <ac:spMk id="3" creationId="{025930F4-445E-B3C9-56E7-4A036464A45E}"/>
          </ac:spMkLst>
        </pc:spChg>
        <pc:spChg chg="add mod">
          <ac:chgData name="Lines, Todd" userId="afaf7c3a-e8aa-4568-882a-02ad8f9e19b0" providerId="ADAL" clId="{15C103A9-F942-4ACA-ACF2-A6EEDACA0042}" dt="2025-07-14T18:55:51.638" v="803" actId="1076"/>
          <ac:spMkLst>
            <pc:docMk/>
            <pc:sldMk cId="0" sldId="261"/>
            <ac:spMk id="4" creationId="{F189B57E-7FF7-19E0-B090-1C187EE39E2C}"/>
          </ac:spMkLst>
        </pc:spChg>
        <pc:spChg chg="add mod">
          <ac:chgData name="Lines, Todd" userId="afaf7c3a-e8aa-4568-882a-02ad8f9e19b0" providerId="ADAL" clId="{15C103A9-F942-4ACA-ACF2-A6EEDACA0042}" dt="2025-07-14T18:56:10.037" v="809" actId="1076"/>
          <ac:spMkLst>
            <pc:docMk/>
            <pc:sldMk cId="0" sldId="261"/>
            <ac:spMk id="5" creationId="{FD926ADD-EE36-3AE4-30E9-27A898C1107A}"/>
          </ac:spMkLst>
        </pc:spChg>
        <pc:spChg chg="del">
          <ac:chgData name="Lines, Todd" userId="afaf7c3a-e8aa-4568-882a-02ad8f9e19b0" providerId="ADAL" clId="{15C103A9-F942-4ACA-ACF2-A6EEDACA0042}" dt="2025-07-14T18:55:45.570" v="801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6:02.210" v="807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5:46.676" v="802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6:05.540" v="808" actId="478"/>
          <ac:spMkLst>
            <pc:docMk/>
            <pc:sldMk cId="0" sldId="261"/>
            <ac:spMk id="9" creationId="{00000000-0000-0000-0000-000000000000}"/>
          </ac:spMkLst>
        </pc:spChg>
        <pc:spChg chg="add del mod">
          <ac:chgData name="Lines, Todd" userId="afaf7c3a-e8aa-4568-882a-02ad8f9e19b0" providerId="ADAL" clId="{15C103A9-F942-4ACA-ACF2-A6EEDACA0042}" dt="2025-07-14T18:56:41.266" v="820" actId="478"/>
          <ac:spMkLst>
            <pc:docMk/>
            <pc:sldMk cId="0" sldId="261"/>
            <ac:spMk id="10" creationId="{07F60AD0-528E-FCF4-50EC-B461A6AA92F8}"/>
          </ac:spMkLst>
        </pc:spChg>
        <pc:spChg chg="add del mod">
          <ac:chgData name="Lines, Todd" userId="afaf7c3a-e8aa-4568-882a-02ad8f9e19b0" providerId="ADAL" clId="{15C103A9-F942-4ACA-ACF2-A6EEDACA0042}" dt="2025-07-14T18:56:41.266" v="820" actId="478"/>
          <ac:spMkLst>
            <pc:docMk/>
            <pc:sldMk cId="0" sldId="261"/>
            <ac:spMk id="13" creationId="{249E15B6-9467-0B2B-4BA7-AA4CCFDB8FA4}"/>
          </ac:spMkLst>
        </pc:spChg>
        <pc:spChg chg="add del mod">
          <ac:chgData name="Lines, Todd" userId="afaf7c3a-e8aa-4568-882a-02ad8f9e19b0" providerId="ADAL" clId="{15C103A9-F942-4ACA-ACF2-A6EEDACA0042}" dt="2025-07-14T18:56:41.266" v="820" actId="478"/>
          <ac:spMkLst>
            <pc:docMk/>
            <pc:sldMk cId="0" sldId="261"/>
            <ac:spMk id="14" creationId="{DD992AAE-5CC4-E83C-A788-51E25B4012C1}"/>
          </ac:spMkLst>
        </pc:spChg>
        <pc:spChg chg="add mod">
          <ac:chgData name="Lines, Todd" userId="afaf7c3a-e8aa-4568-882a-02ad8f9e19b0" providerId="ADAL" clId="{15C103A9-F942-4ACA-ACF2-A6EEDACA0042}" dt="2025-07-14T18:56:39.326" v="819" actId="1076"/>
          <ac:spMkLst>
            <pc:docMk/>
            <pc:sldMk cId="0" sldId="261"/>
            <ac:spMk id="15" creationId="{B0517387-98A3-4DC9-38DE-8D549E7C8552}"/>
          </ac:spMkLst>
        </pc:spChg>
        <pc:spChg chg="del">
          <ac:chgData name="Lines, Todd" userId="afaf7c3a-e8aa-4568-882a-02ad8f9e19b0" providerId="ADAL" clId="{15C103A9-F942-4ACA-ACF2-A6EEDACA0042}" dt="2025-07-14T18:56:36.037" v="818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6:26.612" v="815" actId="478"/>
          <ac:spMkLst>
            <pc:docMk/>
            <pc:sldMk cId="0" sldId="261"/>
            <ac:spMk id="18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6:28.379" v="816" actId="1076"/>
          <ac:spMkLst>
            <pc:docMk/>
            <pc:sldMk cId="0" sldId="261"/>
            <ac:spMk id="20" creationId="{F51690E1-3EA5-422C-F597-CC431A63FCA5}"/>
          </ac:spMkLst>
        </pc:spChg>
      </pc:sldChg>
      <pc:sldChg chg="addSp delSp modSp add mod">
        <pc:chgData name="Lines, Todd" userId="afaf7c3a-e8aa-4568-882a-02ad8f9e19b0" providerId="ADAL" clId="{15C103A9-F942-4ACA-ACF2-A6EEDACA0042}" dt="2025-07-14T18:57:57.609" v="836"/>
        <pc:sldMkLst>
          <pc:docMk/>
          <pc:sldMk cId="0" sldId="262"/>
        </pc:sldMkLst>
        <pc:spChg chg="add mod">
          <ac:chgData name="Lines, Todd" userId="afaf7c3a-e8aa-4568-882a-02ad8f9e19b0" providerId="ADAL" clId="{15C103A9-F942-4ACA-ACF2-A6EEDACA0042}" dt="2025-07-14T18:57:57.609" v="836"/>
          <ac:spMkLst>
            <pc:docMk/>
            <pc:sldMk cId="0" sldId="262"/>
            <ac:spMk id="2" creationId="{8131EEED-05A6-DB26-36D1-7E4A6E640F0C}"/>
          </ac:spMkLst>
        </pc:spChg>
        <pc:spChg chg="add mod">
          <ac:chgData name="Lines, Todd" userId="afaf7c3a-e8aa-4568-882a-02ad8f9e19b0" providerId="ADAL" clId="{15C103A9-F942-4ACA-ACF2-A6EEDACA0042}" dt="2025-07-14T18:57:57.609" v="836"/>
          <ac:spMkLst>
            <pc:docMk/>
            <pc:sldMk cId="0" sldId="262"/>
            <ac:spMk id="3" creationId="{71A9456A-0724-6D15-8023-19950D690EAA}"/>
          </ac:spMkLst>
        </pc:spChg>
        <pc:spChg chg="add mod">
          <ac:chgData name="Lines, Todd" userId="afaf7c3a-e8aa-4568-882a-02ad8f9e19b0" providerId="ADAL" clId="{15C103A9-F942-4ACA-ACF2-A6EEDACA0042}" dt="2025-07-14T18:57:57.609" v="836"/>
          <ac:spMkLst>
            <pc:docMk/>
            <pc:sldMk cId="0" sldId="262"/>
            <ac:spMk id="4" creationId="{440040AD-50B9-888E-4515-F1B79E8ACA31}"/>
          </ac:spMkLst>
        </pc:spChg>
        <pc:spChg chg="add mod">
          <ac:chgData name="Lines, Todd" userId="afaf7c3a-e8aa-4568-882a-02ad8f9e19b0" providerId="ADAL" clId="{15C103A9-F942-4ACA-ACF2-A6EEDACA0042}" dt="2025-07-14T18:57:57.609" v="836"/>
          <ac:spMkLst>
            <pc:docMk/>
            <pc:sldMk cId="0" sldId="262"/>
            <ac:spMk id="5" creationId="{BA9D80FC-8F1C-5B0C-B23C-9B3789B8E7F6}"/>
          </ac:spMkLst>
        </pc:spChg>
        <pc:spChg chg="del">
          <ac:chgData name="Lines, Todd" userId="afaf7c3a-e8aa-4568-882a-02ad8f9e19b0" providerId="ADAL" clId="{15C103A9-F942-4ACA-ACF2-A6EEDACA0042}" dt="2025-07-14T18:57:57.092" v="835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7:57.092" v="835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7:57.092" v="835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7:57.092" v="835" actId="478"/>
          <ac:spMkLst>
            <pc:docMk/>
            <pc:sldMk cId="0" sldId="262"/>
            <ac:spMk id="9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7:57.609" v="836"/>
          <ac:spMkLst>
            <pc:docMk/>
            <pc:sldMk cId="0" sldId="262"/>
            <ac:spMk id="10" creationId="{43FB877B-5B06-B8C1-C6F4-5281834154F4}"/>
          </ac:spMkLst>
        </pc:spChg>
        <pc:spChg chg="del">
          <ac:chgData name="Lines, Todd" userId="afaf7c3a-e8aa-4568-882a-02ad8f9e19b0" providerId="ADAL" clId="{15C103A9-F942-4ACA-ACF2-A6EEDACA0042}" dt="2025-07-14T18:57:57.092" v="835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7:57.092" v="835" actId="478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7:57.609" v="836"/>
          <ac:spMkLst>
            <pc:docMk/>
            <pc:sldMk cId="0" sldId="262"/>
            <ac:spMk id="14" creationId="{8A3916D3-5D45-A79E-5FC7-1D28C72C3128}"/>
          </ac:spMkLst>
        </pc:spChg>
        <pc:spChg chg="add mod">
          <ac:chgData name="Lines, Todd" userId="afaf7c3a-e8aa-4568-882a-02ad8f9e19b0" providerId="ADAL" clId="{15C103A9-F942-4ACA-ACF2-A6EEDACA0042}" dt="2025-07-14T18:57:57.609" v="836"/>
          <ac:spMkLst>
            <pc:docMk/>
            <pc:sldMk cId="0" sldId="262"/>
            <ac:spMk id="15" creationId="{5EC9126A-E345-1D3B-7A12-73F2A317FD49}"/>
          </ac:spMkLst>
        </pc:spChg>
        <pc:spChg chg="del">
          <ac:chgData name="Lines, Todd" userId="afaf7c3a-e8aa-4568-882a-02ad8f9e19b0" providerId="ADAL" clId="{15C103A9-F942-4ACA-ACF2-A6EEDACA0042}" dt="2025-07-14T18:57:57.092" v="835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7:57.092" v="835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7:57.092" v="835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7:57.092" v="835" actId="478"/>
          <ac:spMkLst>
            <pc:docMk/>
            <pc:sldMk cId="0" sldId="262"/>
            <ac:spMk id="19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7:57.609" v="836"/>
          <ac:spMkLst>
            <pc:docMk/>
            <pc:sldMk cId="0" sldId="262"/>
            <ac:spMk id="20" creationId="{C2AA8346-D985-A1B2-9F9F-EAD9C582C794}"/>
          </ac:spMkLst>
        </pc:spChg>
        <pc:spChg chg="add mod">
          <ac:chgData name="Lines, Todd" userId="afaf7c3a-e8aa-4568-882a-02ad8f9e19b0" providerId="ADAL" clId="{15C103A9-F942-4ACA-ACF2-A6EEDACA0042}" dt="2025-07-14T18:57:57.609" v="836"/>
          <ac:spMkLst>
            <pc:docMk/>
            <pc:sldMk cId="0" sldId="262"/>
            <ac:spMk id="21" creationId="{9EBE2AA0-D561-5949-1EB7-E4AE724AC400}"/>
          </ac:spMkLst>
        </pc:spChg>
        <pc:spChg chg="add mod">
          <ac:chgData name="Lines, Todd" userId="afaf7c3a-e8aa-4568-882a-02ad8f9e19b0" providerId="ADAL" clId="{15C103A9-F942-4ACA-ACF2-A6EEDACA0042}" dt="2025-07-14T18:57:57.609" v="836"/>
          <ac:spMkLst>
            <pc:docMk/>
            <pc:sldMk cId="0" sldId="262"/>
            <ac:spMk id="22" creationId="{977F4217-CA21-35CC-1DB1-93375A177A29}"/>
          </ac:spMkLst>
        </pc:spChg>
      </pc:sldChg>
      <pc:sldChg chg="addSp delSp modSp add mod">
        <pc:chgData name="Lines, Todd" userId="afaf7c3a-e8aa-4568-882a-02ad8f9e19b0" providerId="ADAL" clId="{15C103A9-F942-4ACA-ACF2-A6EEDACA0042}" dt="2025-07-14T18:57:46.852" v="834" actId="478"/>
        <pc:sldMkLst>
          <pc:docMk/>
          <pc:sldMk cId="0" sldId="263"/>
        </pc:sldMkLst>
        <pc:spChg chg="add mod">
          <ac:chgData name="Lines, Todd" userId="afaf7c3a-e8aa-4568-882a-02ad8f9e19b0" providerId="ADAL" clId="{15C103A9-F942-4ACA-ACF2-A6EEDACA0042}" dt="2025-07-14T18:57:06.317" v="825" actId="1076"/>
          <ac:spMkLst>
            <pc:docMk/>
            <pc:sldMk cId="0" sldId="263"/>
            <ac:spMk id="2" creationId="{0CD25AC7-CC95-FDAC-414F-3CE79AFE31E7}"/>
          </ac:spMkLst>
        </pc:spChg>
        <pc:spChg chg="add mod">
          <ac:chgData name="Lines, Todd" userId="afaf7c3a-e8aa-4568-882a-02ad8f9e19b0" providerId="ADAL" clId="{15C103A9-F942-4ACA-ACF2-A6EEDACA0042}" dt="2025-07-14T18:57:06.317" v="825" actId="1076"/>
          <ac:spMkLst>
            <pc:docMk/>
            <pc:sldMk cId="0" sldId="263"/>
            <ac:spMk id="3" creationId="{DD95B302-D3A3-7514-E382-22D84F1736DC}"/>
          </ac:spMkLst>
        </pc:spChg>
        <pc:spChg chg="add mod">
          <ac:chgData name="Lines, Todd" userId="afaf7c3a-e8aa-4568-882a-02ad8f9e19b0" providerId="ADAL" clId="{15C103A9-F942-4ACA-ACF2-A6EEDACA0042}" dt="2025-07-14T18:57:20.036" v="827" actId="1076"/>
          <ac:spMkLst>
            <pc:docMk/>
            <pc:sldMk cId="0" sldId="263"/>
            <ac:spMk id="4" creationId="{FC46E6E2-C64D-842E-8E66-1DB5A3EFE88F}"/>
          </ac:spMkLst>
        </pc:spChg>
        <pc:spChg chg="add mod">
          <ac:chgData name="Lines, Todd" userId="afaf7c3a-e8aa-4568-882a-02ad8f9e19b0" providerId="ADAL" clId="{15C103A9-F942-4ACA-ACF2-A6EEDACA0042}" dt="2025-07-14T18:57:20.036" v="827" actId="1076"/>
          <ac:spMkLst>
            <pc:docMk/>
            <pc:sldMk cId="0" sldId="263"/>
            <ac:spMk id="5" creationId="{840F13E2-EA26-2C81-01E4-9E950FCFF85E}"/>
          </ac:spMkLst>
        </pc:spChg>
        <pc:spChg chg="del">
          <ac:chgData name="Lines, Todd" userId="afaf7c3a-e8aa-4568-882a-02ad8f9e19b0" providerId="ADAL" clId="{15C103A9-F942-4ACA-ACF2-A6EEDACA0042}" dt="2025-07-14T18:56:59.603" v="824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6:59.603" v="824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7:09.923" v="826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7:09.923" v="826" actId="478"/>
          <ac:spMkLst>
            <pc:docMk/>
            <pc:sldMk cId="0" sldId="263"/>
            <ac:spMk id="9" creationId="{00000000-0000-0000-0000-000000000000}"/>
          </ac:spMkLst>
        </pc:spChg>
        <pc:spChg chg="add del mod">
          <ac:chgData name="Lines, Todd" userId="afaf7c3a-e8aa-4568-882a-02ad8f9e19b0" providerId="ADAL" clId="{15C103A9-F942-4ACA-ACF2-A6EEDACA0042}" dt="2025-07-14T18:57:46.852" v="834" actId="478"/>
          <ac:spMkLst>
            <pc:docMk/>
            <pc:sldMk cId="0" sldId="263"/>
            <ac:spMk id="10" creationId="{69F85449-573C-B275-F292-079E803B723E}"/>
          </ac:spMkLst>
        </pc:spChg>
        <pc:spChg chg="add del mod">
          <ac:chgData name="Lines, Todd" userId="afaf7c3a-e8aa-4568-882a-02ad8f9e19b0" providerId="ADAL" clId="{15C103A9-F942-4ACA-ACF2-A6EEDACA0042}" dt="2025-07-14T18:57:46.852" v="834" actId="478"/>
          <ac:spMkLst>
            <pc:docMk/>
            <pc:sldMk cId="0" sldId="263"/>
            <ac:spMk id="13" creationId="{FAB1C987-46D1-794B-8704-16F97BED25A2}"/>
          </ac:spMkLst>
        </pc:spChg>
        <pc:spChg chg="add del mod">
          <ac:chgData name="Lines, Todd" userId="afaf7c3a-e8aa-4568-882a-02ad8f9e19b0" providerId="ADAL" clId="{15C103A9-F942-4ACA-ACF2-A6EEDACA0042}" dt="2025-07-14T18:57:46.852" v="834" actId="478"/>
          <ac:spMkLst>
            <pc:docMk/>
            <pc:sldMk cId="0" sldId="263"/>
            <ac:spMk id="14" creationId="{1B690B91-B476-D269-7E01-EEF6E0BE3EA9}"/>
          </ac:spMkLst>
        </pc:spChg>
        <pc:spChg chg="add del mod">
          <ac:chgData name="Lines, Todd" userId="afaf7c3a-e8aa-4568-882a-02ad8f9e19b0" providerId="ADAL" clId="{15C103A9-F942-4ACA-ACF2-A6EEDACA0042}" dt="2025-07-14T18:57:46.852" v="834" actId="478"/>
          <ac:spMkLst>
            <pc:docMk/>
            <pc:sldMk cId="0" sldId="263"/>
            <ac:spMk id="15" creationId="{D0120D0E-3F23-F4B7-7048-287B857385B4}"/>
          </ac:spMkLst>
        </pc:spChg>
        <pc:spChg chg="del">
          <ac:chgData name="Lines, Todd" userId="afaf7c3a-e8aa-4568-882a-02ad8f9e19b0" providerId="ADAL" clId="{15C103A9-F942-4ACA-ACF2-A6EEDACA0042}" dt="2025-07-14T18:57:28.545" v="829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7:40.614" v="832" actId="478"/>
          <ac:spMkLst>
            <pc:docMk/>
            <pc:sldMk cId="0" sldId="263"/>
            <ac:spMk id="18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7:31.430" v="830" actId="1076"/>
          <ac:spMkLst>
            <pc:docMk/>
            <pc:sldMk cId="0" sldId="263"/>
            <ac:spMk id="20" creationId="{3BE1031B-11C2-C01E-2148-91C8CAA9F720}"/>
          </ac:spMkLst>
        </pc:spChg>
        <pc:spChg chg="add mod">
          <ac:chgData name="Lines, Todd" userId="afaf7c3a-e8aa-4568-882a-02ad8f9e19b0" providerId="ADAL" clId="{15C103A9-F942-4ACA-ACF2-A6EEDACA0042}" dt="2025-07-14T18:57:44.772" v="833" actId="1076"/>
          <ac:spMkLst>
            <pc:docMk/>
            <pc:sldMk cId="0" sldId="263"/>
            <ac:spMk id="21" creationId="{16F99E39-CB14-B824-8A89-AD3BA1EA5FBF}"/>
          </ac:spMkLst>
        </pc:spChg>
      </pc:sldChg>
      <pc:sldChg chg="del">
        <pc:chgData name="Lines, Todd" userId="afaf7c3a-e8aa-4568-882a-02ad8f9e19b0" providerId="ADAL" clId="{15C103A9-F942-4ACA-ACF2-A6EEDACA0042}" dt="2025-07-08T20:13:42.668" v="7" actId="47"/>
        <pc:sldMkLst>
          <pc:docMk/>
          <pc:sldMk cId="0" sldId="265"/>
        </pc:sldMkLst>
      </pc:sldChg>
      <pc:sldChg chg="add">
        <pc:chgData name="Lines, Todd" userId="afaf7c3a-e8aa-4568-882a-02ad8f9e19b0" providerId="ADAL" clId="{15C103A9-F942-4ACA-ACF2-A6EEDACA0042}" dt="2025-07-08T21:00:12.861" v="114"/>
        <pc:sldMkLst>
          <pc:docMk/>
          <pc:sldMk cId="4028551196" sldId="265"/>
        </pc:sldMkLst>
      </pc:sldChg>
      <pc:sldChg chg="delSp modSp add mod">
        <pc:chgData name="Lines, Todd" userId="afaf7c3a-e8aa-4568-882a-02ad8f9e19b0" providerId="ADAL" clId="{15C103A9-F942-4ACA-ACF2-A6EEDACA0042}" dt="2025-07-14T18:15:28.406" v="610" actId="21"/>
        <pc:sldMkLst>
          <pc:docMk/>
          <pc:sldMk cId="266498376" sldId="266"/>
        </pc:sldMkLst>
        <pc:picChg chg="del mod">
          <ac:chgData name="Lines, Todd" userId="afaf7c3a-e8aa-4568-882a-02ad8f9e19b0" providerId="ADAL" clId="{15C103A9-F942-4ACA-ACF2-A6EEDACA0042}" dt="2025-07-14T18:15:28.406" v="610" actId="21"/>
          <ac:picMkLst>
            <pc:docMk/>
            <pc:sldMk cId="266498376" sldId="266"/>
            <ac:picMk id="2" creationId="{B0423748-C14F-0FCE-53E3-33EABFDDA1CB}"/>
          </ac:picMkLst>
        </pc:picChg>
      </pc:sldChg>
      <pc:sldChg chg="add del">
        <pc:chgData name="Lines, Todd" userId="afaf7c3a-e8aa-4568-882a-02ad8f9e19b0" providerId="ADAL" clId="{15C103A9-F942-4ACA-ACF2-A6EEDACA0042}" dt="2025-07-14T18:59:46.498" v="868" actId="47"/>
        <pc:sldMkLst>
          <pc:docMk/>
          <pc:sldMk cId="0" sldId="267"/>
        </pc:sldMkLst>
      </pc:sldChg>
      <pc:sldChg chg="modSp add mod">
        <pc:chgData name="Lines, Todd" userId="afaf7c3a-e8aa-4568-882a-02ad8f9e19b0" providerId="ADAL" clId="{15C103A9-F942-4ACA-ACF2-A6EEDACA0042}" dt="2025-07-14T15:34:17.158" v="184" actId="20577"/>
        <pc:sldMkLst>
          <pc:docMk/>
          <pc:sldMk cId="2526377810" sldId="268"/>
        </pc:sldMkLst>
        <pc:spChg chg="mod">
          <ac:chgData name="Lines, Todd" userId="afaf7c3a-e8aa-4568-882a-02ad8f9e19b0" providerId="ADAL" clId="{15C103A9-F942-4ACA-ACF2-A6EEDACA0042}" dt="2025-07-14T15:34:17.158" v="184" actId="20577"/>
          <ac:spMkLst>
            <pc:docMk/>
            <pc:sldMk cId="2526377810" sldId="268"/>
            <ac:spMk id="3" creationId="{00000000-0000-0000-0000-000000000000}"/>
          </ac:spMkLst>
        </pc:spChg>
      </pc:sldChg>
      <pc:sldChg chg="delSp modSp add mod">
        <pc:chgData name="Lines, Todd" userId="afaf7c3a-e8aa-4568-882a-02ad8f9e19b0" providerId="ADAL" clId="{15C103A9-F942-4ACA-ACF2-A6EEDACA0042}" dt="2025-07-08T20:22:42.182" v="64" actId="1076"/>
        <pc:sldMkLst>
          <pc:docMk/>
          <pc:sldMk cId="3653196708" sldId="269"/>
        </pc:sldMkLst>
        <pc:spChg chg="mod">
          <ac:chgData name="Lines, Todd" userId="afaf7c3a-e8aa-4568-882a-02ad8f9e19b0" providerId="ADAL" clId="{15C103A9-F942-4ACA-ACF2-A6EEDACA0042}" dt="2025-07-08T20:21:07.158" v="41" actId="1076"/>
          <ac:spMkLst>
            <pc:docMk/>
            <pc:sldMk cId="3653196708" sldId="269"/>
            <ac:spMk id="2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08T20:22:42.182" v="64" actId="1076"/>
          <ac:spMkLst>
            <pc:docMk/>
            <pc:sldMk cId="3653196708" sldId="269"/>
            <ac:spMk id="3" creationId="{00000000-0000-0000-0000-000000000000}"/>
          </ac:spMkLst>
        </pc:spChg>
        <pc:picChg chg="mod">
          <ac:chgData name="Lines, Todd" userId="afaf7c3a-e8aa-4568-882a-02ad8f9e19b0" providerId="ADAL" clId="{15C103A9-F942-4ACA-ACF2-A6EEDACA0042}" dt="2025-07-08T20:22:07.249" v="55" actId="1076"/>
          <ac:picMkLst>
            <pc:docMk/>
            <pc:sldMk cId="3653196708" sldId="269"/>
            <ac:picMk id="1015810" creationId="{00000000-0000-0000-0000-000000000000}"/>
          </ac:picMkLst>
        </pc:picChg>
      </pc:sldChg>
      <pc:sldChg chg="addSp delSp modSp add mod ord">
        <pc:chgData name="Lines, Todd" userId="afaf7c3a-e8aa-4568-882a-02ad8f9e19b0" providerId="ADAL" clId="{15C103A9-F942-4ACA-ACF2-A6EEDACA0042}" dt="2025-07-14T18:54:23.653" v="788" actId="1076"/>
        <pc:sldMkLst>
          <pc:docMk/>
          <pc:sldMk cId="2689265871" sldId="270"/>
        </pc:sldMkLst>
        <pc:spChg chg="add del mod">
          <ac:chgData name="Lines, Todd" userId="afaf7c3a-e8aa-4568-882a-02ad8f9e19b0" providerId="ADAL" clId="{15C103A9-F942-4ACA-ACF2-A6EEDACA0042}" dt="2025-07-14T18:54:08.948" v="785" actId="478"/>
          <ac:spMkLst>
            <pc:docMk/>
            <pc:sldMk cId="2689265871" sldId="270"/>
            <ac:spMk id="6" creationId="{F6ECCAE2-E40C-8A9A-3BBE-6FF06E7DFFC9}"/>
          </ac:spMkLst>
        </pc:spChg>
        <pc:spChg chg="add del mod">
          <ac:chgData name="Lines, Todd" userId="afaf7c3a-e8aa-4568-882a-02ad8f9e19b0" providerId="ADAL" clId="{15C103A9-F942-4ACA-ACF2-A6EEDACA0042}" dt="2025-07-14T18:54:08.948" v="785" actId="478"/>
          <ac:spMkLst>
            <pc:docMk/>
            <pc:sldMk cId="2689265871" sldId="270"/>
            <ac:spMk id="7" creationId="{5B30E63A-59BB-A0FB-936B-9B9F47CB322C}"/>
          </ac:spMkLst>
        </pc:spChg>
        <pc:spChg chg="add del mod">
          <ac:chgData name="Lines, Todd" userId="afaf7c3a-e8aa-4568-882a-02ad8f9e19b0" providerId="ADAL" clId="{15C103A9-F942-4ACA-ACF2-A6EEDACA0042}" dt="2025-07-14T18:54:08.948" v="785" actId="478"/>
          <ac:spMkLst>
            <pc:docMk/>
            <pc:sldMk cId="2689265871" sldId="270"/>
            <ac:spMk id="8" creationId="{EEFAB9DB-DDE5-1202-E5C5-C40FAC47DC73}"/>
          </ac:spMkLst>
        </pc:spChg>
        <pc:spChg chg="add del mod">
          <ac:chgData name="Lines, Todd" userId="afaf7c3a-e8aa-4568-882a-02ad8f9e19b0" providerId="ADAL" clId="{15C103A9-F942-4ACA-ACF2-A6EEDACA0042}" dt="2025-07-14T18:54:08.948" v="785" actId="478"/>
          <ac:spMkLst>
            <pc:docMk/>
            <pc:sldMk cId="2689265871" sldId="270"/>
            <ac:spMk id="9" creationId="{D6B0C1AD-5E0F-65B5-D1B2-F47BD0BF8D60}"/>
          </ac:spMkLst>
        </pc:spChg>
        <pc:spChg chg="add del mod">
          <ac:chgData name="Lines, Todd" userId="afaf7c3a-e8aa-4568-882a-02ad8f9e19b0" providerId="ADAL" clId="{15C103A9-F942-4ACA-ACF2-A6EEDACA0042}" dt="2025-07-14T18:54:08.948" v="785" actId="478"/>
          <ac:spMkLst>
            <pc:docMk/>
            <pc:sldMk cId="2689265871" sldId="270"/>
            <ac:spMk id="10" creationId="{8A216B1B-86EA-7AB5-4C65-30507435EE1F}"/>
          </ac:spMkLst>
        </pc:spChg>
        <pc:spChg chg="add del mod">
          <ac:chgData name="Lines, Todd" userId="afaf7c3a-e8aa-4568-882a-02ad8f9e19b0" providerId="ADAL" clId="{15C103A9-F942-4ACA-ACF2-A6EEDACA0042}" dt="2025-07-14T18:54:08.948" v="785" actId="478"/>
          <ac:spMkLst>
            <pc:docMk/>
            <pc:sldMk cId="2689265871" sldId="270"/>
            <ac:spMk id="11" creationId="{7FA7C12A-8675-0D98-BDAB-B8BEF1D12235}"/>
          </ac:spMkLst>
        </pc:spChg>
        <pc:spChg chg="add del mod">
          <ac:chgData name="Lines, Todd" userId="afaf7c3a-e8aa-4568-882a-02ad8f9e19b0" providerId="ADAL" clId="{15C103A9-F942-4ACA-ACF2-A6EEDACA0042}" dt="2025-07-14T18:54:08.948" v="785" actId="478"/>
          <ac:spMkLst>
            <pc:docMk/>
            <pc:sldMk cId="2689265871" sldId="270"/>
            <ac:spMk id="12" creationId="{3EC7D4BC-01C9-5CBF-43C8-1E20055D956F}"/>
          </ac:spMkLst>
        </pc:spChg>
        <pc:spChg chg="add del mod">
          <ac:chgData name="Lines, Todd" userId="afaf7c3a-e8aa-4568-882a-02ad8f9e19b0" providerId="ADAL" clId="{15C103A9-F942-4ACA-ACF2-A6EEDACA0042}" dt="2025-07-14T18:54:08.948" v="785" actId="478"/>
          <ac:spMkLst>
            <pc:docMk/>
            <pc:sldMk cId="2689265871" sldId="270"/>
            <ac:spMk id="13" creationId="{B4128DFC-7AA3-1196-0A00-9C92AF4FC3E3}"/>
          </ac:spMkLst>
        </pc:spChg>
        <pc:spChg chg="add del mod">
          <ac:chgData name="Lines, Todd" userId="afaf7c3a-e8aa-4568-882a-02ad8f9e19b0" providerId="ADAL" clId="{15C103A9-F942-4ACA-ACF2-A6EEDACA0042}" dt="2025-07-14T18:54:08.948" v="785" actId="478"/>
          <ac:spMkLst>
            <pc:docMk/>
            <pc:sldMk cId="2689265871" sldId="270"/>
            <ac:spMk id="14" creationId="{37A700AE-1644-AEE8-6D63-6817642C3F5B}"/>
          </ac:spMkLst>
        </pc:spChg>
        <pc:picChg chg="del">
          <ac:chgData name="Lines, Todd" userId="afaf7c3a-e8aa-4568-882a-02ad8f9e19b0" providerId="ADAL" clId="{15C103A9-F942-4ACA-ACF2-A6EEDACA0042}" dt="2025-07-14T18:54:20.979" v="787" actId="478"/>
          <ac:picMkLst>
            <pc:docMk/>
            <pc:sldMk cId="2689265871" sldId="270"/>
            <ac:picMk id="5" creationId="{00000000-0000-0000-0000-000000000000}"/>
          </ac:picMkLst>
        </pc:picChg>
        <pc:picChg chg="mod">
          <ac:chgData name="Lines, Todd" userId="afaf7c3a-e8aa-4568-882a-02ad8f9e19b0" providerId="ADAL" clId="{15C103A9-F942-4ACA-ACF2-A6EEDACA0042}" dt="2025-07-14T18:54:23.653" v="788" actId="1076"/>
          <ac:picMkLst>
            <pc:docMk/>
            <pc:sldMk cId="2689265871" sldId="270"/>
            <ac:picMk id="15" creationId="{6315AFFA-1854-C348-AB0D-FEEE5996CABF}"/>
          </ac:picMkLst>
        </pc:picChg>
      </pc:sldChg>
      <pc:sldChg chg="add">
        <pc:chgData name="Lines, Todd" userId="afaf7c3a-e8aa-4568-882a-02ad8f9e19b0" providerId="ADAL" clId="{15C103A9-F942-4ACA-ACF2-A6EEDACA0042}" dt="2025-07-08T20:16:55.531" v="9"/>
        <pc:sldMkLst>
          <pc:docMk/>
          <pc:sldMk cId="2152344728" sldId="271"/>
        </pc:sldMkLst>
      </pc:sldChg>
      <pc:sldChg chg="modSp add mod">
        <pc:chgData name="Lines, Todd" userId="afaf7c3a-e8aa-4568-882a-02ad8f9e19b0" providerId="ADAL" clId="{15C103A9-F942-4ACA-ACF2-A6EEDACA0042}" dt="2025-07-08T20:16:55.586" v="10" actId="27636"/>
        <pc:sldMkLst>
          <pc:docMk/>
          <pc:sldMk cId="2974810886" sldId="272"/>
        </pc:sldMkLst>
        <pc:spChg chg="mod">
          <ac:chgData name="Lines, Todd" userId="afaf7c3a-e8aa-4568-882a-02ad8f9e19b0" providerId="ADAL" clId="{15C103A9-F942-4ACA-ACF2-A6EEDACA0042}" dt="2025-07-08T20:16:55.586" v="10" actId="27636"/>
          <ac:spMkLst>
            <pc:docMk/>
            <pc:sldMk cId="2974810886" sldId="272"/>
            <ac:spMk id="3" creationId="{00000000-0000-0000-0000-000000000000}"/>
          </ac:spMkLst>
        </pc:spChg>
      </pc:sldChg>
      <pc:sldChg chg="add">
        <pc:chgData name="Lines, Todd" userId="afaf7c3a-e8aa-4568-882a-02ad8f9e19b0" providerId="ADAL" clId="{15C103A9-F942-4ACA-ACF2-A6EEDACA0042}" dt="2025-07-08T20:16:55.531" v="9"/>
        <pc:sldMkLst>
          <pc:docMk/>
          <pc:sldMk cId="2458448672" sldId="273"/>
        </pc:sldMkLst>
      </pc:sldChg>
      <pc:sldChg chg="modSp add mod">
        <pc:chgData name="Lines, Todd" userId="afaf7c3a-e8aa-4568-882a-02ad8f9e19b0" providerId="ADAL" clId="{15C103A9-F942-4ACA-ACF2-A6EEDACA0042}" dt="2025-07-08T20:50:09.846" v="113" actId="20577"/>
        <pc:sldMkLst>
          <pc:docMk/>
          <pc:sldMk cId="1395962058" sldId="274"/>
        </pc:sldMkLst>
        <pc:spChg chg="mod">
          <ac:chgData name="Lines, Todd" userId="afaf7c3a-e8aa-4568-882a-02ad8f9e19b0" providerId="ADAL" clId="{15C103A9-F942-4ACA-ACF2-A6EEDACA0042}" dt="2025-07-08T20:50:09.846" v="113" actId="20577"/>
          <ac:spMkLst>
            <pc:docMk/>
            <pc:sldMk cId="1395962058" sldId="274"/>
            <ac:spMk id="202756" creationId="{00000000-0000-0000-0000-000000000000}"/>
          </ac:spMkLst>
        </pc:spChg>
      </pc:sldChg>
      <pc:sldChg chg="add">
        <pc:chgData name="Lines, Todd" userId="afaf7c3a-e8aa-4568-882a-02ad8f9e19b0" providerId="ADAL" clId="{15C103A9-F942-4ACA-ACF2-A6EEDACA0042}" dt="2025-07-08T20:16:55.531" v="9"/>
        <pc:sldMkLst>
          <pc:docMk/>
          <pc:sldMk cId="3080544999" sldId="275"/>
        </pc:sldMkLst>
      </pc:sldChg>
      <pc:sldChg chg="add">
        <pc:chgData name="Lines, Todd" userId="afaf7c3a-e8aa-4568-882a-02ad8f9e19b0" providerId="ADAL" clId="{15C103A9-F942-4ACA-ACF2-A6EEDACA0042}" dt="2025-07-08T20:16:55.531" v="9"/>
        <pc:sldMkLst>
          <pc:docMk/>
          <pc:sldMk cId="605055767" sldId="276"/>
        </pc:sldMkLst>
      </pc:sldChg>
      <pc:sldChg chg="delSp modSp add mod">
        <pc:chgData name="Lines, Todd" userId="afaf7c3a-e8aa-4568-882a-02ad8f9e19b0" providerId="ADAL" clId="{15C103A9-F942-4ACA-ACF2-A6EEDACA0042}" dt="2025-07-08T20:17:56.367" v="16" actId="207"/>
        <pc:sldMkLst>
          <pc:docMk/>
          <pc:sldMk cId="3786113282" sldId="277"/>
        </pc:sldMkLst>
        <pc:spChg chg="mod topLvl">
          <ac:chgData name="Lines, Todd" userId="afaf7c3a-e8aa-4568-882a-02ad8f9e19b0" providerId="ADAL" clId="{15C103A9-F942-4ACA-ACF2-A6EEDACA0042}" dt="2025-07-08T20:17:45.328" v="14" actId="165"/>
          <ac:spMkLst>
            <pc:docMk/>
            <pc:sldMk cId="3786113282" sldId="277"/>
            <ac:spMk id="4" creationId="{00000000-0000-0000-0000-000000000000}"/>
          </ac:spMkLst>
        </pc:spChg>
        <pc:spChg chg="mod topLvl">
          <ac:chgData name="Lines, Todd" userId="afaf7c3a-e8aa-4568-882a-02ad8f9e19b0" providerId="ADAL" clId="{15C103A9-F942-4ACA-ACF2-A6EEDACA0042}" dt="2025-07-08T20:17:45.328" v="14" actId="165"/>
          <ac:spMkLst>
            <pc:docMk/>
            <pc:sldMk cId="3786113282" sldId="277"/>
            <ac:spMk id="5" creationId="{00000000-0000-0000-0000-000000000000}"/>
          </ac:spMkLst>
        </pc:spChg>
        <pc:spChg chg="mod topLvl">
          <ac:chgData name="Lines, Todd" userId="afaf7c3a-e8aa-4568-882a-02ad8f9e19b0" providerId="ADAL" clId="{15C103A9-F942-4ACA-ACF2-A6EEDACA0042}" dt="2025-07-08T20:17:56.367" v="16" actId="207"/>
          <ac:spMkLst>
            <pc:docMk/>
            <pc:sldMk cId="3786113282" sldId="277"/>
            <ac:spMk id="6" creationId="{00000000-0000-0000-0000-000000000000}"/>
          </ac:spMkLst>
        </pc:spChg>
        <pc:spChg chg="mod topLvl">
          <ac:chgData name="Lines, Todd" userId="afaf7c3a-e8aa-4568-882a-02ad8f9e19b0" providerId="ADAL" clId="{15C103A9-F942-4ACA-ACF2-A6EEDACA0042}" dt="2025-07-08T20:17:45.328" v="14" actId="165"/>
          <ac:spMkLst>
            <pc:docMk/>
            <pc:sldMk cId="3786113282" sldId="277"/>
            <ac:spMk id="7" creationId="{00000000-0000-0000-0000-000000000000}"/>
          </ac:spMkLst>
        </pc:spChg>
        <pc:spChg chg="mod topLvl">
          <ac:chgData name="Lines, Todd" userId="afaf7c3a-e8aa-4568-882a-02ad8f9e19b0" providerId="ADAL" clId="{15C103A9-F942-4ACA-ACF2-A6EEDACA0042}" dt="2025-07-08T20:17:25.156" v="11" actId="165"/>
          <ac:spMkLst>
            <pc:docMk/>
            <pc:sldMk cId="3786113282" sldId="277"/>
            <ac:spMk id="17" creationId="{00000000-0000-0000-0000-000000000000}"/>
          </ac:spMkLst>
        </pc:spChg>
        <pc:spChg chg="mod topLvl">
          <ac:chgData name="Lines, Todd" userId="afaf7c3a-e8aa-4568-882a-02ad8f9e19b0" providerId="ADAL" clId="{15C103A9-F942-4ACA-ACF2-A6EEDACA0042}" dt="2025-07-08T20:17:25.156" v="11" actId="165"/>
          <ac:spMkLst>
            <pc:docMk/>
            <pc:sldMk cId="3786113282" sldId="277"/>
            <ac:spMk id="18" creationId="{00000000-0000-0000-0000-000000000000}"/>
          </ac:spMkLst>
        </pc:spChg>
        <pc:spChg chg="mod topLvl">
          <ac:chgData name="Lines, Todd" userId="afaf7c3a-e8aa-4568-882a-02ad8f9e19b0" providerId="ADAL" clId="{15C103A9-F942-4ACA-ACF2-A6EEDACA0042}" dt="2025-07-08T20:17:25.156" v="11" actId="165"/>
          <ac:spMkLst>
            <pc:docMk/>
            <pc:sldMk cId="3786113282" sldId="277"/>
            <ac:spMk id="19" creationId="{00000000-0000-0000-0000-000000000000}"/>
          </ac:spMkLst>
        </pc:spChg>
        <pc:spChg chg="mod topLvl">
          <ac:chgData name="Lines, Todd" userId="afaf7c3a-e8aa-4568-882a-02ad8f9e19b0" providerId="ADAL" clId="{15C103A9-F942-4ACA-ACF2-A6EEDACA0042}" dt="2025-07-08T20:17:25.156" v="11" actId="165"/>
          <ac:spMkLst>
            <pc:docMk/>
            <pc:sldMk cId="3786113282" sldId="277"/>
            <ac:spMk id="23" creationId="{00000000-0000-0000-0000-000000000000}"/>
          </ac:spMkLst>
        </pc:spChg>
        <pc:spChg chg="mod topLvl">
          <ac:chgData name="Lines, Todd" userId="afaf7c3a-e8aa-4568-882a-02ad8f9e19b0" providerId="ADAL" clId="{15C103A9-F942-4ACA-ACF2-A6EEDACA0042}" dt="2025-07-08T20:17:37.695" v="13" actId="207"/>
          <ac:spMkLst>
            <pc:docMk/>
            <pc:sldMk cId="3786113282" sldId="277"/>
            <ac:spMk id="40" creationId="{00000000-0000-0000-0000-000000000000}"/>
          </ac:spMkLst>
        </pc:spChg>
      </pc:sldChg>
      <pc:sldChg chg="addSp delSp modSp add mod">
        <pc:chgData name="Lines, Todd" userId="afaf7c3a-e8aa-4568-882a-02ad8f9e19b0" providerId="ADAL" clId="{15C103A9-F942-4ACA-ACF2-A6EEDACA0042}" dt="2025-07-14T18:53:54.578" v="783" actId="207"/>
        <pc:sldMkLst>
          <pc:docMk/>
          <pc:sldMk cId="2931385951" sldId="278"/>
        </pc:sldMkLst>
        <pc:spChg chg="add mod">
          <ac:chgData name="Lines, Todd" userId="afaf7c3a-e8aa-4568-882a-02ad8f9e19b0" providerId="ADAL" clId="{15C103A9-F942-4ACA-ACF2-A6EEDACA0042}" dt="2025-07-08T20:19:06.537" v="25" actId="1076"/>
          <ac:spMkLst>
            <pc:docMk/>
            <pc:sldMk cId="2931385951" sldId="278"/>
            <ac:spMk id="3" creationId="{E5E780C5-111B-09CF-507B-5CE016321FCA}"/>
          </ac:spMkLst>
        </pc:spChg>
        <pc:spChg chg="mod">
          <ac:chgData name="Lines, Todd" userId="afaf7c3a-e8aa-4568-882a-02ad8f9e19b0" providerId="ADAL" clId="{15C103A9-F942-4ACA-ACF2-A6EEDACA0042}" dt="2025-07-08T20:19:25.311" v="29" actId="207"/>
          <ac:spMkLst>
            <pc:docMk/>
            <pc:sldMk cId="2931385951" sldId="278"/>
            <ac:spMk id="6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08T20:19:12.536" v="26" actId="207"/>
          <ac:spMkLst>
            <pc:docMk/>
            <pc:sldMk cId="2931385951" sldId="278"/>
            <ac:spMk id="7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14T18:53:27.887" v="781" actId="207"/>
          <ac:spMkLst>
            <pc:docMk/>
            <pc:sldMk cId="2931385951" sldId="278"/>
            <ac:spMk id="8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14T18:53:54.578" v="783" actId="207"/>
          <ac:spMkLst>
            <pc:docMk/>
            <pc:sldMk cId="2931385951" sldId="278"/>
            <ac:spMk id="9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08T20:18:57.592" v="22" actId="207"/>
          <ac:spMkLst>
            <pc:docMk/>
            <pc:sldMk cId="2931385951" sldId="278"/>
            <ac:spMk id="17" creationId="{00000000-0000-0000-0000-000000000000}"/>
          </ac:spMkLst>
        </pc:spChg>
      </pc:sldChg>
      <pc:sldChg chg="add">
        <pc:chgData name="Lines, Todd" userId="afaf7c3a-e8aa-4568-882a-02ad8f9e19b0" providerId="ADAL" clId="{15C103A9-F942-4ACA-ACF2-A6EEDACA0042}" dt="2025-07-08T20:16:55.531" v="9"/>
        <pc:sldMkLst>
          <pc:docMk/>
          <pc:sldMk cId="1685872068" sldId="279"/>
        </pc:sldMkLst>
      </pc:sldChg>
      <pc:sldChg chg="add">
        <pc:chgData name="Lines, Todd" userId="afaf7c3a-e8aa-4568-882a-02ad8f9e19b0" providerId="ADAL" clId="{15C103A9-F942-4ACA-ACF2-A6EEDACA0042}" dt="2025-07-08T20:16:55.531" v="9"/>
        <pc:sldMkLst>
          <pc:docMk/>
          <pc:sldMk cId="2774509932" sldId="280"/>
        </pc:sldMkLst>
      </pc:sldChg>
      <pc:sldChg chg="addSp delSp modSp add mod">
        <pc:chgData name="Lines, Todd" userId="afaf7c3a-e8aa-4568-882a-02ad8f9e19b0" providerId="ADAL" clId="{15C103A9-F942-4ACA-ACF2-A6EEDACA0042}" dt="2025-07-14T18:52:14.471" v="777" actId="207"/>
        <pc:sldMkLst>
          <pc:docMk/>
          <pc:sldMk cId="2629162565" sldId="281"/>
        </pc:sldMkLst>
        <pc:spChg chg="add mod">
          <ac:chgData name="Lines, Todd" userId="afaf7c3a-e8aa-4568-882a-02ad8f9e19b0" providerId="ADAL" clId="{15C103A9-F942-4ACA-ACF2-A6EEDACA0042}" dt="2025-07-08T20:39:51.680" v="81" actId="1038"/>
          <ac:spMkLst>
            <pc:docMk/>
            <pc:sldMk cId="2629162565" sldId="281"/>
            <ac:spMk id="2" creationId="{E9EC9EF4-065C-EF3D-AC57-D39002AFA233}"/>
          </ac:spMkLst>
        </pc:spChg>
        <pc:spChg chg="add mod">
          <ac:chgData name="Lines, Todd" userId="afaf7c3a-e8aa-4568-882a-02ad8f9e19b0" providerId="ADAL" clId="{15C103A9-F942-4ACA-ACF2-A6EEDACA0042}" dt="2025-07-08T20:39:58.221" v="87" actId="1035"/>
          <ac:spMkLst>
            <pc:docMk/>
            <pc:sldMk cId="2629162565" sldId="281"/>
            <ac:spMk id="3" creationId="{6960B83B-42DE-CE17-A10C-2E37FDC5C5DE}"/>
          </ac:spMkLst>
        </pc:spChg>
        <pc:spChg chg="mod">
          <ac:chgData name="Lines, Todd" userId="afaf7c3a-e8aa-4568-882a-02ad8f9e19b0" providerId="ADAL" clId="{15C103A9-F942-4ACA-ACF2-A6EEDACA0042}" dt="2025-07-08T20:38:23.972" v="66" actId="207"/>
          <ac:spMkLst>
            <pc:docMk/>
            <pc:sldMk cId="2629162565" sldId="281"/>
            <ac:spMk id="6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14T18:52:14.471" v="777" actId="207"/>
          <ac:spMkLst>
            <pc:docMk/>
            <pc:sldMk cId="2629162565" sldId="281"/>
            <ac:spMk id="7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08T20:38:27.698" v="67" actId="207"/>
          <ac:spMkLst>
            <pc:docMk/>
            <pc:sldMk cId="2629162565" sldId="281"/>
            <ac:spMk id="15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08T20:40:05.514" v="89" actId="207"/>
          <ac:spMkLst>
            <pc:docMk/>
            <pc:sldMk cId="2629162565" sldId="281"/>
            <ac:spMk id="18" creationId="{00000000-0000-0000-0000-000000000000}"/>
          </ac:spMkLst>
        </pc:spChg>
      </pc:sldChg>
      <pc:sldChg chg="del">
        <pc:chgData name="Lines, Todd" userId="afaf7c3a-e8aa-4568-882a-02ad8f9e19b0" providerId="ADAL" clId="{15C103A9-F942-4ACA-ACF2-A6EEDACA0042}" dt="2025-07-08T20:13:42.668" v="7" actId="47"/>
        <pc:sldMkLst>
          <pc:docMk/>
          <pc:sldMk cId="3786188879" sldId="283"/>
        </pc:sldMkLst>
      </pc:sldChg>
      <pc:sldChg chg="del">
        <pc:chgData name="Lines, Todd" userId="afaf7c3a-e8aa-4568-882a-02ad8f9e19b0" providerId="ADAL" clId="{15C103A9-F942-4ACA-ACF2-A6EEDACA0042}" dt="2025-07-08T20:13:42.668" v="7" actId="47"/>
        <pc:sldMkLst>
          <pc:docMk/>
          <pc:sldMk cId="0" sldId="285"/>
        </pc:sldMkLst>
      </pc:sldChg>
      <pc:sldChg chg="del">
        <pc:chgData name="Lines, Todd" userId="afaf7c3a-e8aa-4568-882a-02ad8f9e19b0" providerId="ADAL" clId="{15C103A9-F942-4ACA-ACF2-A6EEDACA0042}" dt="2025-07-08T20:13:42.668" v="7" actId="47"/>
        <pc:sldMkLst>
          <pc:docMk/>
          <pc:sldMk cId="0" sldId="340"/>
        </pc:sldMkLst>
      </pc:sldChg>
      <pc:sldChg chg="del">
        <pc:chgData name="Lines, Todd" userId="afaf7c3a-e8aa-4568-882a-02ad8f9e19b0" providerId="ADAL" clId="{15C103A9-F942-4ACA-ACF2-A6EEDACA0042}" dt="2025-07-08T20:13:42.668" v="7" actId="47"/>
        <pc:sldMkLst>
          <pc:docMk/>
          <pc:sldMk cId="3556862412" sldId="341"/>
        </pc:sldMkLst>
      </pc:sldChg>
      <pc:sldChg chg="del">
        <pc:chgData name="Lines, Todd" userId="afaf7c3a-e8aa-4568-882a-02ad8f9e19b0" providerId="ADAL" clId="{15C103A9-F942-4ACA-ACF2-A6EEDACA0042}" dt="2025-07-08T20:13:42.668" v="7" actId="47"/>
        <pc:sldMkLst>
          <pc:docMk/>
          <pc:sldMk cId="0" sldId="484"/>
        </pc:sldMkLst>
      </pc:sldChg>
      <pc:sldChg chg="addSp delSp modSp new mod modClrScheme chgLayout">
        <pc:chgData name="Lines, Todd" userId="afaf7c3a-e8aa-4568-882a-02ad8f9e19b0" providerId="ADAL" clId="{15C103A9-F942-4ACA-ACF2-A6EEDACA0042}" dt="2025-07-08T20:13:29.685" v="6" actId="20577"/>
        <pc:sldMkLst>
          <pc:docMk/>
          <pc:sldMk cId="812188704" sldId="485"/>
        </pc:sldMkLst>
        <pc:spChg chg="add mod ord">
          <ac:chgData name="Lines, Todd" userId="afaf7c3a-e8aa-4568-882a-02ad8f9e19b0" providerId="ADAL" clId="{15C103A9-F942-4ACA-ACF2-A6EEDACA0042}" dt="2025-07-08T20:13:29.685" v="6" actId="20577"/>
          <ac:spMkLst>
            <pc:docMk/>
            <pc:sldMk cId="812188704" sldId="485"/>
            <ac:spMk id="4" creationId="{14B3B049-929F-8A23-FC89-28A2B47A97A6}"/>
          </ac:spMkLst>
        </pc:spChg>
        <pc:spChg chg="add mod ord">
          <ac:chgData name="Lines, Todd" userId="afaf7c3a-e8aa-4568-882a-02ad8f9e19b0" providerId="ADAL" clId="{15C103A9-F942-4ACA-ACF2-A6EEDACA0042}" dt="2025-07-08T20:13:27.529" v="3" actId="700"/>
          <ac:spMkLst>
            <pc:docMk/>
            <pc:sldMk cId="812188704" sldId="485"/>
            <ac:spMk id="5" creationId="{27DDBEE6-B713-8919-FD2B-779C5509DCE0}"/>
          </ac:spMkLst>
        </pc:spChg>
      </pc:sldChg>
      <pc:sldChg chg="addSp delSp modSp add mod">
        <pc:chgData name="Lines, Todd" userId="afaf7c3a-e8aa-4568-882a-02ad8f9e19b0" providerId="ADAL" clId="{15C103A9-F942-4ACA-ACF2-A6EEDACA0042}" dt="2025-07-14T18:59:09.427" v="857" actId="478"/>
        <pc:sldMkLst>
          <pc:docMk/>
          <pc:sldMk cId="0" sldId="486"/>
        </pc:sldMkLst>
        <pc:spChg chg="add del mod">
          <ac:chgData name="Lines, Todd" userId="afaf7c3a-e8aa-4568-882a-02ad8f9e19b0" providerId="ADAL" clId="{15C103A9-F942-4ACA-ACF2-A6EEDACA0042}" dt="2025-07-14T18:59:09.427" v="857" actId="478"/>
          <ac:spMkLst>
            <pc:docMk/>
            <pc:sldMk cId="0" sldId="486"/>
            <ac:spMk id="2" creationId="{99455CCE-63FE-BFB1-630A-6625D6AAEC22}"/>
          </ac:spMkLst>
        </pc:spChg>
        <pc:spChg chg="add del mod">
          <ac:chgData name="Lines, Todd" userId="afaf7c3a-e8aa-4568-882a-02ad8f9e19b0" providerId="ADAL" clId="{15C103A9-F942-4ACA-ACF2-A6EEDACA0042}" dt="2025-07-14T18:59:09.427" v="857" actId="478"/>
          <ac:spMkLst>
            <pc:docMk/>
            <pc:sldMk cId="0" sldId="486"/>
            <ac:spMk id="3" creationId="{23ABC990-B442-531B-5FE2-FF8282F13C3E}"/>
          </ac:spMkLst>
        </pc:spChg>
        <pc:spChg chg="add del mod">
          <ac:chgData name="Lines, Todd" userId="afaf7c3a-e8aa-4568-882a-02ad8f9e19b0" providerId="ADAL" clId="{15C103A9-F942-4ACA-ACF2-A6EEDACA0042}" dt="2025-07-14T18:59:09.427" v="857" actId="478"/>
          <ac:spMkLst>
            <pc:docMk/>
            <pc:sldMk cId="0" sldId="486"/>
            <ac:spMk id="4" creationId="{9240D6BE-A4ED-28B8-3C65-14F8F43CFA68}"/>
          </ac:spMkLst>
        </pc:spChg>
        <pc:spChg chg="add del mod">
          <ac:chgData name="Lines, Todd" userId="afaf7c3a-e8aa-4568-882a-02ad8f9e19b0" providerId="ADAL" clId="{15C103A9-F942-4ACA-ACF2-A6EEDACA0042}" dt="2025-07-14T18:59:09.427" v="857" actId="478"/>
          <ac:spMkLst>
            <pc:docMk/>
            <pc:sldMk cId="0" sldId="486"/>
            <ac:spMk id="5" creationId="{16EA41DB-54C6-C1F8-F0BC-6D0EF6B13C25}"/>
          </ac:spMkLst>
        </pc:spChg>
        <pc:spChg chg="del">
          <ac:chgData name="Lines, Todd" userId="afaf7c3a-e8aa-4568-882a-02ad8f9e19b0" providerId="ADAL" clId="{15C103A9-F942-4ACA-ACF2-A6EEDACA0042}" dt="2025-07-14T18:59:00.707" v="855" actId="478"/>
          <ac:spMkLst>
            <pc:docMk/>
            <pc:sldMk cId="0" sldId="486"/>
            <ac:spMk id="6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9:00.707" v="855" actId="478"/>
          <ac:spMkLst>
            <pc:docMk/>
            <pc:sldMk cId="0" sldId="486"/>
            <ac:spMk id="7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8:47.171" v="851" actId="478"/>
          <ac:spMkLst>
            <pc:docMk/>
            <pc:sldMk cId="0" sldId="486"/>
            <ac:spMk id="8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8:47.171" v="851" actId="478"/>
          <ac:spMkLst>
            <pc:docMk/>
            <pc:sldMk cId="0" sldId="486"/>
            <ac:spMk id="9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8:32.944" v="845" actId="478"/>
          <ac:spMkLst>
            <pc:docMk/>
            <pc:sldMk cId="0" sldId="486"/>
            <ac:spMk id="14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14T18:58:19.340" v="839" actId="207"/>
          <ac:spMkLst>
            <pc:docMk/>
            <pc:sldMk cId="0" sldId="486"/>
            <ac:spMk id="15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8:40.227" v="849" actId="478"/>
          <ac:spMkLst>
            <pc:docMk/>
            <pc:sldMk cId="0" sldId="486"/>
            <ac:spMk id="17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58:24.707" v="841" actId="478"/>
          <ac:spMkLst>
            <pc:docMk/>
            <pc:sldMk cId="0" sldId="486"/>
            <ac:spMk id="18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59:06.813" v="856" actId="1076"/>
          <ac:spMkLst>
            <pc:docMk/>
            <pc:sldMk cId="0" sldId="486"/>
            <ac:spMk id="20" creationId="{CE392302-1BD1-0AAF-E55F-F7C2AA0F390B}"/>
          </ac:spMkLst>
        </pc:spChg>
        <pc:spChg chg="add mod">
          <ac:chgData name="Lines, Todd" userId="afaf7c3a-e8aa-4568-882a-02ad8f9e19b0" providerId="ADAL" clId="{15C103A9-F942-4ACA-ACF2-A6EEDACA0042}" dt="2025-07-14T18:59:06.813" v="856" actId="1076"/>
          <ac:spMkLst>
            <pc:docMk/>
            <pc:sldMk cId="0" sldId="486"/>
            <ac:spMk id="21" creationId="{27895F3E-F68D-AAC4-8287-B00F2A8F7144}"/>
          </ac:spMkLst>
        </pc:spChg>
        <pc:spChg chg="add mod">
          <ac:chgData name="Lines, Todd" userId="afaf7c3a-e8aa-4568-882a-02ad8f9e19b0" providerId="ADAL" clId="{15C103A9-F942-4ACA-ACF2-A6EEDACA0042}" dt="2025-07-14T18:58:52.410" v="852" actId="1076"/>
          <ac:spMkLst>
            <pc:docMk/>
            <pc:sldMk cId="0" sldId="486"/>
            <ac:spMk id="22" creationId="{FE64CD5C-7861-37BA-F839-122CAD90B482}"/>
          </ac:spMkLst>
        </pc:spChg>
        <pc:spChg chg="add mod">
          <ac:chgData name="Lines, Todd" userId="afaf7c3a-e8aa-4568-882a-02ad8f9e19b0" providerId="ADAL" clId="{15C103A9-F942-4ACA-ACF2-A6EEDACA0042}" dt="2025-07-14T18:58:55.077" v="854" actId="1037"/>
          <ac:spMkLst>
            <pc:docMk/>
            <pc:sldMk cId="0" sldId="486"/>
            <ac:spMk id="23" creationId="{7E7BFEB6-7858-B2E5-E41B-BC2D0614D2E0}"/>
          </ac:spMkLst>
        </pc:spChg>
        <pc:spChg chg="add del mod">
          <ac:chgData name="Lines, Todd" userId="afaf7c3a-e8aa-4568-882a-02ad8f9e19b0" providerId="ADAL" clId="{15C103A9-F942-4ACA-ACF2-A6EEDACA0042}" dt="2025-07-14T18:59:09.427" v="857" actId="478"/>
          <ac:spMkLst>
            <pc:docMk/>
            <pc:sldMk cId="0" sldId="486"/>
            <ac:spMk id="24" creationId="{013EB5C4-9D1C-5EF6-7309-5226351C5089}"/>
          </ac:spMkLst>
        </pc:spChg>
        <pc:spChg chg="add mod">
          <ac:chgData name="Lines, Todd" userId="afaf7c3a-e8aa-4568-882a-02ad8f9e19b0" providerId="ADAL" clId="{15C103A9-F942-4ACA-ACF2-A6EEDACA0042}" dt="2025-07-14T18:58:27.932" v="842" actId="1076"/>
          <ac:spMkLst>
            <pc:docMk/>
            <pc:sldMk cId="0" sldId="486"/>
            <ac:spMk id="25" creationId="{3CA628EB-892B-C5C0-7FFA-0AE0CA760C7E}"/>
          </ac:spMkLst>
        </pc:spChg>
        <pc:spChg chg="add mod">
          <ac:chgData name="Lines, Todd" userId="afaf7c3a-e8aa-4568-882a-02ad8f9e19b0" providerId="ADAL" clId="{15C103A9-F942-4ACA-ACF2-A6EEDACA0042}" dt="2025-07-14T18:58:35.264" v="846" actId="1076"/>
          <ac:spMkLst>
            <pc:docMk/>
            <pc:sldMk cId="0" sldId="486"/>
            <ac:spMk id="26" creationId="{F2962DFD-6CAD-B027-C0CB-02BC8A3EE061}"/>
          </ac:spMkLst>
        </pc:spChg>
        <pc:spChg chg="add mod">
          <ac:chgData name="Lines, Todd" userId="afaf7c3a-e8aa-4568-882a-02ad8f9e19b0" providerId="ADAL" clId="{15C103A9-F942-4ACA-ACF2-A6EEDACA0042}" dt="2025-07-14T18:58:43.411" v="850" actId="1076"/>
          <ac:spMkLst>
            <pc:docMk/>
            <pc:sldMk cId="0" sldId="486"/>
            <ac:spMk id="27" creationId="{4BE3B1DA-241A-8965-01BF-DA0BE633B092}"/>
          </ac:spMkLst>
        </pc:spChg>
      </pc:sldChg>
      <pc:sldChg chg="addSp delSp modSp add mod">
        <pc:chgData name="Lines, Todd" userId="afaf7c3a-e8aa-4568-882a-02ad8f9e19b0" providerId="ADAL" clId="{15C103A9-F942-4ACA-ACF2-A6EEDACA0042}" dt="2025-07-14T19:00:34.125" v="872" actId="1076"/>
        <pc:sldMkLst>
          <pc:docMk/>
          <pc:sldMk cId="3773285898" sldId="487"/>
        </pc:sldMkLst>
        <pc:spChg chg="del mod">
          <ac:chgData name="Lines, Todd" userId="afaf7c3a-e8aa-4568-882a-02ad8f9e19b0" providerId="ADAL" clId="{15C103A9-F942-4ACA-ACF2-A6EEDACA0042}" dt="2025-07-14T19:00:28.594" v="871" actId="478"/>
          <ac:spMkLst>
            <pc:docMk/>
            <pc:sldMk cId="3773285898" sldId="487"/>
            <ac:spMk id="2" creationId="{7E38A43E-9BE1-6108-5AB1-82C525CDD6CE}"/>
          </ac:spMkLst>
        </pc:spChg>
        <pc:spChg chg="del mod">
          <ac:chgData name="Lines, Todd" userId="afaf7c3a-e8aa-4568-882a-02ad8f9e19b0" providerId="ADAL" clId="{15C103A9-F942-4ACA-ACF2-A6EEDACA0042}" dt="2025-07-14T19:00:28.594" v="871" actId="478"/>
          <ac:spMkLst>
            <pc:docMk/>
            <pc:sldMk cId="3773285898" sldId="487"/>
            <ac:spMk id="3" creationId="{133A15AF-EFC1-3119-C528-2F3C21BB2F8B}"/>
          </ac:spMkLst>
        </pc:spChg>
        <pc:spChg chg="add mod">
          <ac:chgData name="Lines, Todd" userId="afaf7c3a-e8aa-4568-882a-02ad8f9e19b0" providerId="ADAL" clId="{15C103A9-F942-4ACA-ACF2-A6EEDACA0042}" dt="2025-07-14T19:00:34.125" v="872" actId="1076"/>
          <ac:spMkLst>
            <pc:docMk/>
            <pc:sldMk cId="3773285898" sldId="487"/>
            <ac:spMk id="4" creationId="{BD6A1CE7-053D-0612-B8D8-24791D19B243}"/>
          </ac:spMkLst>
        </pc:spChg>
        <pc:spChg chg="del">
          <ac:chgData name="Lines, Todd" userId="afaf7c3a-e8aa-4568-882a-02ad8f9e19b0" providerId="ADAL" clId="{15C103A9-F942-4ACA-ACF2-A6EEDACA0042}" dt="2025-07-14T19:00:28.594" v="871" actId="478"/>
          <ac:spMkLst>
            <pc:docMk/>
            <pc:sldMk cId="3773285898" sldId="487"/>
            <ac:spMk id="6" creationId="{981C99C7-F325-4C21-67BA-FEBAB02CE1A7}"/>
          </ac:spMkLst>
        </pc:spChg>
        <pc:spChg chg="del mod">
          <ac:chgData name="Lines, Todd" userId="afaf7c3a-e8aa-4568-882a-02ad8f9e19b0" providerId="ADAL" clId="{15C103A9-F942-4ACA-ACF2-A6EEDACA0042}" dt="2025-07-14T19:00:28.594" v="871" actId="478"/>
          <ac:spMkLst>
            <pc:docMk/>
            <pc:sldMk cId="3773285898" sldId="487"/>
            <ac:spMk id="7" creationId="{EC6C5242-EB03-F99F-F72E-C25F95DD1560}"/>
          </ac:spMkLst>
        </pc:spChg>
        <pc:spChg chg="del mod">
          <ac:chgData name="Lines, Todd" userId="afaf7c3a-e8aa-4568-882a-02ad8f9e19b0" providerId="ADAL" clId="{15C103A9-F942-4ACA-ACF2-A6EEDACA0042}" dt="2025-07-14T19:00:28.594" v="871" actId="478"/>
          <ac:spMkLst>
            <pc:docMk/>
            <pc:sldMk cId="3773285898" sldId="487"/>
            <ac:spMk id="10" creationId="{68937A56-452B-E298-73E9-9F08AE61846C}"/>
          </ac:spMkLst>
        </pc:spChg>
        <pc:spChg chg="del">
          <ac:chgData name="Lines, Todd" userId="afaf7c3a-e8aa-4568-882a-02ad8f9e19b0" providerId="ADAL" clId="{15C103A9-F942-4ACA-ACF2-A6EEDACA0042}" dt="2025-07-14T19:00:28.594" v="871" actId="478"/>
          <ac:spMkLst>
            <pc:docMk/>
            <pc:sldMk cId="3773285898" sldId="487"/>
            <ac:spMk id="11" creationId="{54AAE0C0-CC61-0AF0-B33A-F83EE8112E0C}"/>
          </ac:spMkLst>
        </pc:spChg>
        <pc:spChg chg="del">
          <ac:chgData name="Lines, Todd" userId="afaf7c3a-e8aa-4568-882a-02ad8f9e19b0" providerId="ADAL" clId="{15C103A9-F942-4ACA-ACF2-A6EEDACA0042}" dt="2025-07-14T19:00:28.594" v="871" actId="478"/>
          <ac:spMkLst>
            <pc:docMk/>
            <pc:sldMk cId="3773285898" sldId="487"/>
            <ac:spMk id="13" creationId="{7B9F74DF-D930-4495-48C6-F20D93B68BA0}"/>
          </ac:spMkLst>
        </pc:spChg>
        <pc:spChg chg="add mod">
          <ac:chgData name="Lines, Todd" userId="afaf7c3a-e8aa-4568-882a-02ad8f9e19b0" providerId="ADAL" clId="{15C103A9-F942-4ACA-ACF2-A6EEDACA0042}" dt="2025-07-14T19:00:34.125" v="872" actId="1076"/>
          <ac:spMkLst>
            <pc:docMk/>
            <pc:sldMk cId="3773285898" sldId="487"/>
            <ac:spMk id="14" creationId="{6E098036-90F4-925C-BE6F-E769963C9EA2}"/>
          </ac:spMkLst>
        </pc:spChg>
        <pc:spChg chg="del">
          <ac:chgData name="Lines, Todd" userId="afaf7c3a-e8aa-4568-882a-02ad8f9e19b0" providerId="ADAL" clId="{15C103A9-F942-4ACA-ACF2-A6EEDACA0042}" dt="2025-07-14T19:00:28.594" v="871" actId="478"/>
          <ac:spMkLst>
            <pc:docMk/>
            <pc:sldMk cId="3773285898" sldId="487"/>
            <ac:spMk id="15" creationId="{63698E15-91DB-500D-29FA-A3144D0D4E0C}"/>
          </ac:spMkLst>
        </pc:spChg>
        <pc:spChg chg="del">
          <ac:chgData name="Lines, Todd" userId="afaf7c3a-e8aa-4568-882a-02ad8f9e19b0" providerId="ADAL" clId="{15C103A9-F942-4ACA-ACF2-A6EEDACA0042}" dt="2025-07-14T19:00:28.594" v="871" actId="478"/>
          <ac:spMkLst>
            <pc:docMk/>
            <pc:sldMk cId="3773285898" sldId="487"/>
            <ac:spMk id="16" creationId="{2C710F6C-8384-74EE-6E57-5D928F5751F7}"/>
          </ac:spMkLst>
        </pc:spChg>
        <pc:spChg chg="del mod">
          <ac:chgData name="Lines, Todd" userId="afaf7c3a-e8aa-4568-882a-02ad8f9e19b0" providerId="ADAL" clId="{15C103A9-F942-4ACA-ACF2-A6EEDACA0042}" dt="2025-07-14T19:00:28.594" v="871" actId="478"/>
          <ac:spMkLst>
            <pc:docMk/>
            <pc:sldMk cId="3773285898" sldId="487"/>
            <ac:spMk id="18" creationId="{A9238D92-1700-DE9F-4F03-194911492E76}"/>
          </ac:spMkLst>
        </pc:spChg>
        <pc:spChg chg="add mod">
          <ac:chgData name="Lines, Todd" userId="afaf7c3a-e8aa-4568-882a-02ad8f9e19b0" providerId="ADAL" clId="{15C103A9-F942-4ACA-ACF2-A6EEDACA0042}" dt="2025-07-14T19:00:34.125" v="872" actId="1076"/>
          <ac:spMkLst>
            <pc:docMk/>
            <pc:sldMk cId="3773285898" sldId="487"/>
            <ac:spMk id="20" creationId="{6159C717-7903-1F53-0074-09C9FB6574BA}"/>
          </ac:spMkLst>
        </pc:spChg>
        <pc:spChg chg="add mod">
          <ac:chgData name="Lines, Todd" userId="afaf7c3a-e8aa-4568-882a-02ad8f9e19b0" providerId="ADAL" clId="{15C103A9-F942-4ACA-ACF2-A6EEDACA0042}" dt="2025-07-14T19:00:34.125" v="872" actId="1076"/>
          <ac:spMkLst>
            <pc:docMk/>
            <pc:sldMk cId="3773285898" sldId="487"/>
            <ac:spMk id="21" creationId="{FDEEEB2A-ECA5-8B63-DD90-06AC1B452763}"/>
          </ac:spMkLst>
        </pc:spChg>
        <pc:spChg chg="add mod">
          <ac:chgData name="Lines, Todd" userId="afaf7c3a-e8aa-4568-882a-02ad8f9e19b0" providerId="ADAL" clId="{15C103A9-F942-4ACA-ACF2-A6EEDACA0042}" dt="2025-07-14T19:00:34.125" v="872" actId="1076"/>
          <ac:spMkLst>
            <pc:docMk/>
            <pc:sldMk cId="3773285898" sldId="487"/>
            <ac:spMk id="22" creationId="{53EC6B59-2B4F-6C11-E51F-9EDD02A11D94}"/>
          </ac:spMkLst>
        </pc:spChg>
        <pc:spChg chg="add mod">
          <ac:chgData name="Lines, Todd" userId="afaf7c3a-e8aa-4568-882a-02ad8f9e19b0" providerId="ADAL" clId="{15C103A9-F942-4ACA-ACF2-A6EEDACA0042}" dt="2025-07-14T19:00:34.125" v="872" actId="1076"/>
          <ac:spMkLst>
            <pc:docMk/>
            <pc:sldMk cId="3773285898" sldId="487"/>
            <ac:spMk id="23" creationId="{E32A8470-0D92-B447-9CA2-D68A2B514F42}"/>
          </ac:spMkLst>
        </pc:spChg>
        <pc:spChg chg="add mod">
          <ac:chgData name="Lines, Todd" userId="afaf7c3a-e8aa-4568-882a-02ad8f9e19b0" providerId="ADAL" clId="{15C103A9-F942-4ACA-ACF2-A6EEDACA0042}" dt="2025-07-14T19:00:34.125" v="872" actId="1076"/>
          <ac:spMkLst>
            <pc:docMk/>
            <pc:sldMk cId="3773285898" sldId="487"/>
            <ac:spMk id="24" creationId="{3CE24A5B-08AC-94E3-5554-36FBFDF3D064}"/>
          </ac:spMkLst>
        </pc:spChg>
        <pc:spChg chg="add mod">
          <ac:chgData name="Lines, Todd" userId="afaf7c3a-e8aa-4568-882a-02ad8f9e19b0" providerId="ADAL" clId="{15C103A9-F942-4ACA-ACF2-A6EEDACA0042}" dt="2025-07-14T19:00:34.125" v="872" actId="1076"/>
          <ac:spMkLst>
            <pc:docMk/>
            <pc:sldMk cId="3773285898" sldId="487"/>
            <ac:spMk id="25" creationId="{1F2B7180-9D84-947E-9726-64C31D1B1389}"/>
          </ac:spMkLst>
        </pc:spChg>
        <pc:spChg chg="add mod">
          <ac:chgData name="Lines, Todd" userId="afaf7c3a-e8aa-4568-882a-02ad8f9e19b0" providerId="ADAL" clId="{15C103A9-F942-4ACA-ACF2-A6EEDACA0042}" dt="2025-07-14T19:00:34.125" v="872" actId="1076"/>
          <ac:spMkLst>
            <pc:docMk/>
            <pc:sldMk cId="3773285898" sldId="487"/>
            <ac:spMk id="26" creationId="{A8B62020-82F8-668A-A852-26213D2D71A3}"/>
          </ac:spMkLst>
        </pc:spChg>
        <pc:spChg chg="add mod">
          <ac:chgData name="Lines, Todd" userId="afaf7c3a-e8aa-4568-882a-02ad8f9e19b0" providerId="ADAL" clId="{15C103A9-F942-4ACA-ACF2-A6EEDACA0042}" dt="2025-07-14T19:00:34.125" v="872" actId="1076"/>
          <ac:spMkLst>
            <pc:docMk/>
            <pc:sldMk cId="3773285898" sldId="487"/>
            <ac:spMk id="27" creationId="{50E9D848-86DE-31A8-55B3-479555F21CF4}"/>
          </ac:spMkLst>
        </pc:spChg>
      </pc:sldChg>
      <pc:sldChg chg="addSp modSp new">
        <pc:chgData name="Lines, Todd" userId="afaf7c3a-e8aa-4568-882a-02ad8f9e19b0" providerId="ADAL" clId="{15C103A9-F942-4ACA-ACF2-A6EEDACA0042}" dt="2025-07-08T20:45:30.410" v="112" actId="14100"/>
        <pc:sldMkLst>
          <pc:docMk/>
          <pc:sldMk cId="2894817477" sldId="488"/>
        </pc:sldMkLst>
        <pc:picChg chg="add mod">
          <ac:chgData name="Lines, Todd" userId="afaf7c3a-e8aa-4568-882a-02ad8f9e19b0" providerId="ADAL" clId="{15C103A9-F942-4ACA-ACF2-A6EEDACA0042}" dt="2025-07-08T20:45:30.410" v="112" actId="14100"/>
          <ac:picMkLst>
            <pc:docMk/>
            <pc:sldMk cId="2894817477" sldId="488"/>
            <ac:picMk id="1026" creationId="{16BBFDAB-EC7C-2CF1-D77B-59EFC86475FF}"/>
          </ac:picMkLst>
        </pc:picChg>
      </pc:sldChg>
      <pc:sldChg chg="addSp delSp modSp add mod">
        <pc:chgData name="Lines, Todd" userId="afaf7c3a-e8aa-4568-882a-02ad8f9e19b0" providerId="ADAL" clId="{15C103A9-F942-4ACA-ACF2-A6EEDACA0042}" dt="2025-07-14T18:12:58.349" v="595" actId="1076"/>
        <pc:sldMkLst>
          <pc:docMk/>
          <pc:sldMk cId="0" sldId="489"/>
        </pc:sldMkLst>
        <pc:spChg chg="del">
          <ac:chgData name="Lines, Todd" userId="afaf7c3a-e8aa-4568-882a-02ad8f9e19b0" providerId="ADAL" clId="{15C103A9-F942-4ACA-ACF2-A6EEDACA0042}" dt="2025-07-14T18:06:39.665" v="505" actId="478"/>
          <ac:spMkLst>
            <pc:docMk/>
            <pc:sldMk cId="0" sldId="489"/>
            <ac:spMk id="2" creationId="{00000000-0000-0000-0000-000000000000}"/>
          </ac:spMkLst>
        </pc:spChg>
        <pc:spChg chg="del">
          <ac:chgData name="Lines, Todd" userId="afaf7c3a-e8aa-4568-882a-02ad8f9e19b0" providerId="ADAL" clId="{15C103A9-F942-4ACA-ACF2-A6EEDACA0042}" dt="2025-07-14T18:06:37.339" v="504" actId="478"/>
          <ac:spMkLst>
            <pc:docMk/>
            <pc:sldMk cId="0" sldId="489"/>
            <ac:spMk id="3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14T18:12:58.349" v="595" actId="1076"/>
          <ac:spMkLst>
            <pc:docMk/>
            <pc:sldMk cId="0" sldId="489"/>
            <ac:spMk id="5" creationId="{00000000-0000-0000-0000-000000000000}"/>
          </ac:spMkLst>
        </pc:spChg>
        <pc:spChg chg="add mod">
          <ac:chgData name="Lines, Todd" userId="afaf7c3a-e8aa-4568-882a-02ad8f9e19b0" providerId="ADAL" clId="{15C103A9-F942-4ACA-ACF2-A6EEDACA0042}" dt="2025-07-14T18:05:54.321" v="493"/>
          <ac:spMkLst>
            <pc:docMk/>
            <pc:sldMk cId="0" sldId="489"/>
            <ac:spMk id="9" creationId="{DD18C9AA-8418-BBF4-F370-FAA96D577BF7}"/>
          </ac:spMkLst>
        </pc:spChg>
        <pc:spChg chg="add mod">
          <ac:chgData name="Lines, Todd" userId="afaf7c3a-e8aa-4568-882a-02ad8f9e19b0" providerId="ADAL" clId="{15C103A9-F942-4ACA-ACF2-A6EEDACA0042}" dt="2025-07-14T18:05:54.321" v="493"/>
          <ac:spMkLst>
            <pc:docMk/>
            <pc:sldMk cId="0" sldId="489"/>
            <ac:spMk id="11" creationId="{D4FCD8A0-B421-4E78-656B-0A8894931766}"/>
          </ac:spMkLst>
        </pc:spChg>
        <pc:spChg chg="add mod">
          <ac:chgData name="Lines, Todd" userId="afaf7c3a-e8aa-4568-882a-02ad8f9e19b0" providerId="ADAL" clId="{15C103A9-F942-4ACA-ACF2-A6EEDACA0042}" dt="2025-07-14T18:05:54.321" v="493"/>
          <ac:spMkLst>
            <pc:docMk/>
            <pc:sldMk cId="0" sldId="489"/>
            <ac:spMk id="12" creationId="{B9F68A01-2A41-FC77-8AA0-ADDE2E347464}"/>
          </ac:spMkLst>
        </pc:spChg>
        <pc:spChg chg="add mod">
          <ac:chgData name="Lines, Todd" userId="afaf7c3a-e8aa-4568-882a-02ad8f9e19b0" providerId="ADAL" clId="{15C103A9-F942-4ACA-ACF2-A6EEDACA0042}" dt="2025-07-14T18:09:17.031" v="551" actId="1038"/>
          <ac:spMkLst>
            <pc:docMk/>
            <pc:sldMk cId="0" sldId="489"/>
            <ac:spMk id="17" creationId="{17E59E08-F523-253C-0400-30E7A990886E}"/>
          </ac:spMkLst>
        </pc:spChg>
        <pc:spChg chg="add mod">
          <ac:chgData name="Lines, Todd" userId="afaf7c3a-e8aa-4568-882a-02ad8f9e19b0" providerId="ADAL" clId="{15C103A9-F942-4ACA-ACF2-A6EEDACA0042}" dt="2025-07-14T18:08:12.408" v="523" actId="1076"/>
          <ac:spMkLst>
            <pc:docMk/>
            <pc:sldMk cId="0" sldId="489"/>
            <ac:spMk id="19" creationId="{CF717BCF-14C6-12E5-39FF-4DA74856EA28}"/>
          </ac:spMkLst>
        </pc:spChg>
        <pc:spChg chg="add mod">
          <ac:chgData name="Lines, Todd" userId="afaf7c3a-e8aa-4568-882a-02ad8f9e19b0" providerId="ADAL" clId="{15C103A9-F942-4ACA-ACF2-A6EEDACA0042}" dt="2025-07-14T18:09:10.388" v="542" actId="1037"/>
          <ac:spMkLst>
            <pc:docMk/>
            <pc:sldMk cId="0" sldId="489"/>
            <ac:spMk id="21" creationId="{A12162A2-F1B9-1FA3-F58B-E4342B26B9E9}"/>
          </ac:spMkLst>
        </pc:spChg>
        <pc:spChg chg="add mod ord">
          <ac:chgData name="Lines, Todd" userId="afaf7c3a-e8aa-4568-882a-02ad8f9e19b0" providerId="ADAL" clId="{15C103A9-F942-4ACA-ACF2-A6EEDACA0042}" dt="2025-07-14T18:10:34.848" v="566" actId="1076"/>
          <ac:spMkLst>
            <pc:docMk/>
            <pc:sldMk cId="0" sldId="489"/>
            <ac:spMk id="23" creationId="{80AD8B0E-624E-7ADD-56E9-CF5CC08FBFCB}"/>
          </ac:spMkLst>
        </pc:spChg>
        <pc:spChg chg="add mod">
          <ac:chgData name="Lines, Todd" userId="afaf7c3a-e8aa-4568-882a-02ad8f9e19b0" providerId="ADAL" clId="{15C103A9-F942-4ACA-ACF2-A6EEDACA0042}" dt="2025-07-14T18:09:46.431" v="553"/>
          <ac:spMkLst>
            <pc:docMk/>
            <pc:sldMk cId="0" sldId="489"/>
            <ac:spMk id="25" creationId="{576189C2-1CE7-80AD-1C10-09AB427E1374}"/>
          </ac:spMkLst>
        </pc:spChg>
        <pc:spChg chg="add mod">
          <ac:chgData name="Lines, Todd" userId="afaf7c3a-e8aa-4568-882a-02ad8f9e19b0" providerId="ADAL" clId="{15C103A9-F942-4ACA-ACF2-A6EEDACA0042}" dt="2025-07-14T18:09:46.431" v="553"/>
          <ac:spMkLst>
            <pc:docMk/>
            <pc:sldMk cId="0" sldId="489"/>
            <ac:spMk id="26" creationId="{8ABEB28A-F856-7FB6-1652-0697F0403CC5}"/>
          </ac:spMkLst>
        </pc:spChg>
        <pc:spChg chg="add mod">
          <ac:chgData name="Lines, Todd" userId="afaf7c3a-e8aa-4568-882a-02ad8f9e19b0" providerId="ADAL" clId="{15C103A9-F942-4ACA-ACF2-A6EEDACA0042}" dt="2025-07-14T18:09:46.431" v="553"/>
          <ac:spMkLst>
            <pc:docMk/>
            <pc:sldMk cId="0" sldId="489"/>
            <ac:spMk id="27" creationId="{9F46D644-64AE-CBC0-CBFD-ED7CA4DC038B}"/>
          </ac:spMkLst>
        </pc:spChg>
        <pc:spChg chg="add mod">
          <ac:chgData name="Lines, Todd" userId="afaf7c3a-e8aa-4568-882a-02ad8f9e19b0" providerId="ADAL" clId="{15C103A9-F942-4ACA-ACF2-A6EEDACA0042}" dt="2025-07-14T18:09:46.431" v="553"/>
          <ac:spMkLst>
            <pc:docMk/>
            <pc:sldMk cId="0" sldId="489"/>
            <ac:spMk id="29" creationId="{4F436DC5-2BB9-BBC6-CEDC-5FCB16CB3190}"/>
          </ac:spMkLst>
        </pc:spChg>
        <pc:spChg chg="add mod">
          <ac:chgData name="Lines, Todd" userId="afaf7c3a-e8aa-4568-882a-02ad8f9e19b0" providerId="ADAL" clId="{15C103A9-F942-4ACA-ACF2-A6EEDACA0042}" dt="2025-07-14T18:09:46.431" v="553"/>
          <ac:spMkLst>
            <pc:docMk/>
            <pc:sldMk cId="0" sldId="489"/>
            <ac:spMk id="30" creationId="{A90023A7-C899-E96B-DE74-417F6DEC1C36}"/>
          </ac:spMkLst>
        </pc:spChg>
        <pc:picChg chg="add del mod">
          <ac:chgData name="Lines, Todd" userId="afaf7c3a-e8aa-4568-882a-02ad8f9e19b0" providerId="ADAL" clId="{15C103A9-F942-4ACA-ACF2-A6EEDACA0042}" dt="2025-07-14T18:05:08.866" v="481" actId="478"/>
          <ac:picMkLst>
            <pc:docMk/>
            <pc:sldMk cId="0" sldId="489"/>
            <ac:picMk id="4" creationId="{4E5F2EA9-C332-FF2B-5633-AA3D604CA055}"/>
          </ac:picMkLst>
        </pc:picChg>
        <pc:picChg chg="add del mod">
          <ac:chgData name="Lines, Todd" userId="afaf7c3a-e8aa-4568-882a-02ad8f9e19b0" providerId="ADAL" clId="{15C103A9-F942-4ACA-ACF2-A6EEDACA0042}" dt="2025-07-14T18:05:22.233" v="487" actId="478"/>
          <ac:picMkLst>
            <pc:docMk/>
            <pc:sldMk cId="0" sldId="489"/>
            <ac:picMk id="6" creationId="{48E94FAD-FFAC-40A5-6B62-75310581FB14}"/>
          </ac:picMkLst>
        </pc:picChg>
        <pc:picChg chg="add mod">
          <ac:chgData name="Lines, Todd" userId="afaf7c3a-e8aa-4568-882a-02ad8f9e19b0" providerId="ADAL" clId="{15C103A9-F942-4ACA-ACF2-A6EEDACA0042}" dt="2025-07-14T18:10:29.249" v="565" actId="1076"/>
          <ac:picMkLst>
            <pc:docMk/>
            <pc:sldMk cId="0" sldId="489"/>
            <ac:picMk id="7" creationId="{EEE2BC3B-76F6-9606-E8A1-DAE64BE12FB2}"/>
          </ac:picMkLst>
        </pc:picChg>
        <pc:picChg chg="add mod">
          <ac:chgData name="Lines, Todd" userId="afaf7c3a-e8aa-4568-882a-02ad8f9e19b0" providerId="ADAL" clId="{15C103A9-F942-4ACA-ACF2-A6EEDACA0042}" dt="2025-07-14T18:05:54.321" v="493"/>
          <ac:picMkLst>
            <pc:docMk/>
            <pc:sldMk cId="0" sldId="489"/>
            <ac:picMk id="8" creationId="{83DD9439-61BB-7B18-1F79-17F23B14DE29}"/>
          </ac:picMkLst>
        </pc:picChg>
        <pc:picChg chg="add mod">
          <ac:chgData name="Lines, Todd" userId="afaf7c3a-e8aa-4568-882a-02ad8f9e19b0" providerId="ADAL" clId="{15C103A9-F942-4ACA-ACF2-A6EEDACA0042}" dt="2025-07-14T18:10:26.570" v="564" actId="1076"/>
          <ac:picMkLst>
            <pc:docMk/>
            <pc:sldMk cId="0" sldId="489"/>
            <ac:picMk id="13" creationId="{18B07AB1-0F61-1263-031F-F07EC607D5EA}"/>
          </ac:picMkLst>
        </pc:picChg>
        <pc:picChg chg="add mod">
          <ac:chgData name="Lines, Todd" userId="afaf7c3a-e8aa-4568-882a-02ad8f9e19b0" providerId="ADAL" clId="{15C103A9-F942-4ACA-ACF2-A6EEDACA0042}" dt="2025-07-14T18:10:25.202" v="563" actId="1076"/>
          <ac:picMkLst>
            <pc:docMk/>
            <pc:sldMk cId="0" sldId="489"/>
            <ac:picMk id="14" creationId="{2347B28D-879D-5597-4029-645433108A9F}"/>
          </ac:picMkLst>
        </pc:picChg>
        <pc:picChg chg="add del mod">
          <ac:chgData name="Lines, Todd" userId="afaf7c3a-e8aa-4568-882a-02ad8f9e19b0" providerId="ADAL" clId="{15C103A9-F942-4ACA-ACF2-A6EEDACA0042}" dt="2025-07-14T18:09:55.814" v="556" actId="478"/>
          <ac:picMkLst>
            <pc:docMk/>
            <pc:sldMk cId="0" sldId="489"/>
            <ac:picMk id="15" creationId="{2941A4E3-CC1B-1C07-EF32-CD38BD719B4F}"/>
          </ac:picMkLst>
        </pc:picChg>
        <pc:picChg chg="add mod">
          <ac:chgData name="Lines, Todd" userId="afaf7c3a-e8aa-4568-882a-02ad8f9e19b0" providerId="ADAL" clId="{15C103A9-F942-4ACA-ACF2-A6EEDACA0042}" dt="2025-07-14T18:09:46.431" v="553"/>
          <ac:picMkLst>
            <pc:docMk/>
            <pc:sldMk cId="0" sldId="489"/>
            <ac:picMk id="24" creationId="{58A9FD06-4329-1C26-FA30-B3EE3266CD79}"/>
          </ac:picMkLst>
        </pc:picChg>
        <pc:picChg chg="add mod">
          <ac:chgData name="Lines, Todd" userId="afaf7c3a-e8aa-4568-882a-02ad8f9e19b0" providerId="ADAL" clId="{15C103A9-F942-4ACA-ACF2-A6EEDACA0042}" dt="2025-07-14T18:10:21.919" v="562" actId="1076"/>
          <ac:picMkLst>
            <pc:docMk/>
            <pc:sldMk cId="0" sldId="489"/>
            <ac:picMk id="31" creationId="{020808DE-1E04-F229-84B2-8135F6BCAFE9}"/>
          </ac:picMkLst>
        </pc:picChg>
        <pc:picChg chg="del mod">
          <ac:chgData name="Lines, Todd" userId="afaf7c3a-e8aa-4568-882a-02ad8f9e19b0" providerId="ADAL" clId="{15C103A9-F942-4ACA-ACF2-A6EEDACA0042}" dt="2025-07-14T18:11:58.559" v="594" actId="21"/>
          <ac:picMkLst>
            <pc:docMk/>
            <pc:sldMk cId="0" sldId="489"/>
            <ac:picMk id="32" creationId="{82F17B6F-D7F1-5ECD-14A3-7606B9A7E676}"/>
          </ac:picMkLst>
        </pc:picChg>
        <pc:picChg chg="add del mod">
          <ac:chgData name="Lines, Todd" userId="afaf7c3a-e8aa-4568-882a-02ad8f9e19b0" providerId="ADAL" clId="{15C103A9-F942-4ACA-ACF2-A6EEDACA0042}" dt="2025-07-14T18:05:41.529" v="492" actId="478"/>
          <ac:picMkLst>
            <pc:docMk/>
            <pc:sldMk cId="0" sldId="489"/>
            <ac:picMk id="1026" creationId="{00000000-0000-0000-0000-000000000000}"/>
          </ac:picMkLst>
        </pc:picChg>
        <pc:cxnChg chg="add mod">
          <ac:chgData name="Lines, Todd" userId="afaf7c3a-e8aa-4568-882a-02ad8f9e19b0" providerId="ADAL" clId="{15C103A9-F942-4ACA-ACF2-A6EEDACA0042}" dt="2025-07-14T18:05:54.321" v="493"/>
          <ac:cxnSpMkLst>
            <pc:docMk/>
            <pc:sldMk cId="0" sldId="489"/>
            <ac:cxnSpMk id="10" creationId="{38A017C7-6E06-E44E-D955-731BF78DAB46}"/>
          </ac:cxnSpMkLst>
        </pc:cxnChg>
        <pc:cxnChg chg="add mod">
          <ac:chgData name="Lines, Todd" userId="afaf7c3a-e8aa-4568-882a-02ad8f9e19b0" providerId="ADAL" clId="{15C103A9-F942-4ACA-ACF2-A6EEDACA0042}" dt="2025-07-14T18:09:46.431" v="553"/>
          <ac:cxnSpMkLst>
            <pc:docMk/>
            <pc:sldMk cId="0" sldId="489"/>
            <ac:cxnSpMk id="28" creationId="{A4B54ADE-4139-B756-31B2-99C3477F19AB}"/>
          </ac:cxnSpMkLst>
        </pc:cxnChg>
      </pc:sldChg>
      <pc:sldChg chg="modSp add mod">
        <pc:chgData name="Lines, Todd" userId="afaf7c3a-e8aa-4568-882a-02ad8f9e19b0" providerId="ADAL" clId="{15C103A9-F942-4ACA-ACF2-A6EEDACA0042}" dt="2025-07-08T21:05:32.009" v="156" actId="1038"/>
        <pc:sldMkLst>
          <pc:docMk/>
          <pc:sldMk cId="0" sldId="490"/>
        </pc:sldMkLst>
        <pc:spChg chg="mod">
          <ac:chgData name="Lines, Todd" userId="afaf7c3a-e8aa-4568-882a-02ad8f9e19b0" providerId="ADAL" clId="{15C103A9-F942-4ACA-ACF2-A6EEDACA0042}" dt="2025-07-08T21:05:32.009" v="156" actId="1038"/>
          <ac:spMkLst>
            <pc:docMk/>
            <pc:sldMk cId="0" sldId="490"/>
            <ac:spMk id="6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08T21:05:32.009" v="156" actId="1038"/>
          <ac:spMkLst>
            <pc:docMk/>
            <pc:sldMk cId="0" sldId="490"/>
            <ac:spMk id="8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08T21:05:32.009" v="156" actId="1038"/>
          <ac:spMkLst>
            <pc:docMk/>
            <pc:sldMk cId="0" sldId="490"/>
            <ac:spMk id="9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08T21:05:32.009" v="156" actId="1038"/>
          <ac:spMkLst>
            <pc:docMk/>
            <pc:sldMk cId="0" sldId="490"/>
            <ac:spMk id="10" creationId="{00000000-0000-0000-0000-000000000000}"/>
          </ac:spMkLst>
        </pc:spChg>
        <pc:picChg chg="mod">
          <ac:chgData name="Lines, Todd" userId="afaf7c3a-e8aa-4568-882a-02ad8f9e19b0" providerId="ADAL" clId="{15C103A9-F942-4ACA-ACF2-A6EEDACA0042}" dt="2025-07-08T21:05:32.009" v="156" actId="1038"/>
          <ac:picMkLst>
            <pc:docMk/>
            <pc:sldMk cId="0" sldId="490"/>
            <ac:picMk id="11" creationId="{00000000-0000-0000-0000-000000000000}"/>
          </ac:picMkLst>
        </pc:picChg>
        <pc:picChg chg="mod">
          <ac:chgData name="Lines, Todd" userId="afaf7c3a-e8aa-4568-882a-02ad8f9e19b0" providerId="ADAL" clId="{15C103A9-F942-4ACA-ACF2-A6EEDACA0042}" dt="2025-07-08T21:05:32.009" v="156" actId="1038"/>
          <ac:picMkLst>
            <pc:docMk/>
            <pc:sldMk cId="0" sldId="490"/>
            <ac:picMk id="1026" creationId="{00000000-0000-0000-0000-000000000000}"/>
          </ac:picMkLst>
        </pc:picChg>
        <pc:cxnChg chg="mod">
          <ac:chgData name="Lines, Todd" userId="afaf7c3a-e8aa-4568-882a-02ad8f9e19b0" providerId="ADAL" clId="{15C103A9-F942-4ACA-ACF2-A6EEDACA0042}" dt="2025-07-08T21:05:32.009" v="156" actId="1038"/>
          <ac:cxnSpMkLst>
            <pc:docMk/>
            <pc:sldMk cId="0" sldId="490"/>
            <ac:cxnSpMk id="7" creationId="{00000000-0000-0000-0000-000000000000}"/>
          </ac:cxnSpMkLst>
        </pc:cxnChg>
      </pc:sldChg>
      <pc:sldChg chg="add">
        <pc:chgData name="Lines, Todd" userId="afaf7c3a-e8aa-4568-882a-02ad8f9e19b0" providerId="ADAL" clId="{15C103A9-F942-4ACA-ACF2-A6EEDACA0042}" dt="2025-07-08T21:00:12.861" v="114"/>
        <pc:sldMkLst>
          <pc:docMk/>
          <pc:sldMk cId="0" sldId="491"/>
        </pc:sldMkLst>
      </pc:sldChg>
      <pc:sldChg chg="add ord">
        <pc:chgData name="Lines, Todd" userId="afaf7c3a-e8aa-4568-882a-02ad8f9e19b0" providerId="ADAL" clId="{15C103A9-F942-4ACA-ACF2-A6EEDACA0042}" dt="2025-07-14T18:20:20.141" v="647"/>
        <pc:sldMkLst>
          <pc:docMk/>
          <pc:sldMk cId="966884101" sldId="492"/>
        </pc:sldMkLst>
      </pc:sldChg>
      <pc:sldChg chg="addSp modSp add mod">
        <pc:chgData name="Lines, Todd" userId="afaf7c3a-e8aa-4568-882a-02ad8f9e19b0" providerId="ADAL" clId="{15C103A9-F942-4ACA-ACF2-A6EEDACA0042}" dt="2025-07-14T18:23:16.725" v="727" actId="14100"/>
        <pc:sldMkLst>
          <pc:docMk/>
          <pc:sldMk cId="0" sldId="493"/>
        </pc:sldMkLst>
        <pc:spChg chg="mod">
          <ac:chgData name="Lines, Todd" userId="afaf7c3a-e8aa-4568-882a-02ad8f9e19b0" providerId="ADAL" clId="{15C103A9-F942-4ACA-ACF2-A6EEDACA0042}" dt="2025-07-14T18:23:08.846" v="724" actId="1037"/>
          <ac:spMkLst>
            <pc:docMk/>
            <pc:sldMk cId="0" sldId="493"/>
            <ac:spMk id="7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14T18:23:08.846" v="724" actId="1037"/>
          <ac:spMkLst>
            <pc:docMk/>
            <pc:sldMk cId="0" sldId="493"/>
            <ac:spMk id="9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14T18:23:08.846" v="724" actId="1037"/>
          <ac:spMkLst>
            <pc:docMk/>
            <pc:sldMk cId="0" sldId="493"/>
            <ac:spMk id="10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14T18:23:08.846" v="724" actId="1037"/>
          <ac:spMkLst>
            <pc:docMk/>
            <pc:sldMk cId="0" sldId="493"/>
            <ac:spMk id="11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14T18:23:08.846" v="724" actId="1037"/>
          <ac:spMkLst>
            <pc:docMk/>
            <pc:sldMk cId="0" sldId="493"/>
            <ac:spMk id="12" creationId="{00000000-0000-0000-0000-000000000000}"/>
          </ac:spMkLst>
        </pc:spChg>
        <pc:spChg chg="mod">
          <ac:chgData name="Lines, Todd" userId="afaf7c3a-e8aa-4568-882a-02ad8f9e19b0" providerId="ADAL" clId="{15C103A9-F942-4ACA-ACF2-A6EEDACA0042}" dt="2025-07-14T18:23:08.846" v="724" actId="1037"/>
          <ac:spMkLst>
            <pc:docMk/>
            <pc:sldMk cId="0" sldId="493"/>
            <ac:spMk id="13" creationId="{00000000-0000-0000-0000-000000000000}"/>
          </ac:spMkLst>
        </pc:spChg>
        <pc:picChg chg="add mod">
          <ac:chgData name="Lines, Todd" userId="afaf7c3a-e8aa-4568-882a-02ad8f9e19b0" providerId="ADAL" clId="{15C103A9-F942-4ACA-ACF2-A6EEDACA0042}" dt="2025-07-14T18:23:16.725" v="727" actId="14100"/>
          <ac:picMkLst>
            <pc:docMk/>
            <pc:sldMk cId="0" sldId="493"/>
            <ac:picMk id="2" creationId="{0494FB3A-F080-A044-669E-902EDB5A4A96}"/>
          </ac:picMkLst>
        </pc:picChg>
        <pc:picChg chg="mod">
          <ac:chgData name="Lines, Todd" userId="afaf7c3a-e8aa-4568-882a-02ad8f9e19b0" providerId="ADAL" clId="{15C103A9-F942-4ACA-ACF2-A6EEDACA0042}" dt="2025-07-14T18:23:08.846" v="724" actId="1037"/>
          <ac:picMkLst>
            <pc:docMk/>
            <pc:sldMk cId="0" sldId="493"/>
            <ac:picMk id="1026" creationId="{00000000-0000-0000-0000-000000000000}"/>
          </ac:picMkLst>
        </pc:picChg>
        <pc:cxnChg chg="mod">
          <ac:chgData name="Lines, Todd" userId="afaf7c3a-e8aa-4568-882a-02ad8f9e19b0" providerId="ADAL" clId="{15C103A9-F942-4ACA-ACF2-A6EEDACA0042}" dt="2025-07-14T18:23:08.846" v="724" actId="1037"/>
          <ac:cxnSpMkLst>
            <pc:docMk/>
            <pc:sldMk cId="0" sldId="493"/>
            <ac:cxnSpMk id="8" creationId="{00000000-0000-0000-0000-000000000000}"/>
          </ac:cxnSpMkLst>
        </pc:cxnChg>
      </pc:sldChg>
      <pc:sldChg chg="delSp modSp add mod ord">
        <pc:chgData name="Lines, Todd" userId="afaf7c3a-e8aa-4568-882a-02ad8f9e19b0" providerId="ADAL" clId="{15C103A9-F942-4ACA-ACF2-A6EEDACA0042}" dt="2025-07-14T18:24:15.559" v="741"/>
        <pc:sldMkLst>
          <pc:docMk/>
          <pc:sldMk cId="0" sldId="494"/>
        </pc:sldMkLst>
        <pc:spChg chg="mod">
          <ac:chgData name="Lines, Todd" userId="afaf7c3a-e8aa-4568-882a-02ad8f9e19b0" providerId="ADAL" clId="{15C103A9-F942-4ACA-ACF2-A6EEDACA0042}" dt="2025-07-14T18:09:32.039" v="552" actId="14100"/>
          <ac:spMkLst>
            <pc:docMk/>
            <pc:sldMk cId="0" sldId="494"/>
            <ac:spMk id="7" creationId="{00000000-0000-0000-0000-000000000000}"/>
          </ac:spMkLst>
        </pc:spChg>
        <pc:picChg chg="del">
          <ac:chgData name="Lines, Todd" userId="afaf7c3a-e8aa-4568-882a-02ad8f9e19b0" providerId="ADAL" clId="{15C103A9-F942-4ACA-ACF2-A6EEDACA0042}" dt="2025-07-14T18:07:08.686" v="508" actId="21"/>
          <ac:picMkLst>
            <pc:docMk/>
            <pc:sldMk cId="0" sldId="494"/>
            <ac:picMk id="3" creationId="{2941A4E3-CC1B-1C07-EF32-CD38BD719B4F}"/>
          </ac:picMkLst>
        </pc:picChg>
      </pc:sldChg>
      <pc:sldChg chg="add">
        <pc:chgData name="Lines, Todd" userId="afaf7c3a-e8aa-4568-882a-02ad8f9e19b0" providerId="ADAL" clId="{15C103A9-F942-4ACA-ACF2-A6EEDACA0042}" dt="2025-07-08T21:00:12.861" v="114"/>
        <pc:sldMkLst>
          <pc:docMk/>
          <pc:sldMk cId="0" sldId="495"/>
        </pc:sldMkLst>
      </pc:sldChg>
      <pc:sldChg chg="add">
        <pc:chgData name="Lines, Todd" userId="afaf7c3a-e8aa-4568-882a-02ad8f9e19b0" providerId="ADAL" clId="{15C103A9-F942-4ACA-ACF2-A6EEDACA0042}" dt="2025-07-08T21:00:12.861" v="114"/>
        <pc:sldMkLst>
          <pc:docMk/>
          <pc:sldMk cId="3662353773" sldId="496"/>
        </pc:sldMkLst>
      </pc:sldChg>
      <pc:sldChg chg="add">
        <pc:chgData name="Lines, Todd" userId="afaf7c3a-e8aa-4568-882a-02ad8f9e19b0" providerId="ADAL" clId="{15C103A9-F942-4ACA-ACF2-A6EEDACA0042}" dt="2025-07-08T21:00:12.861" v="114"/>
        <pc:sldMkLst>
          <pc:docMk/>
          <pc:sldMk cId="1698352114" sldId="497"/>
        </pc:sldMkLst>
      </pc:sldChg>
      <pc:sldChg chg="addSp modSp new mod">
        <pc:chgData name="Lines, Todd" userId="afaf7c3a-e8aa-4568-882a-02ad8f9e19b0" providerId="ADAL" clId="{15C103A9-F942-4ACA-ACF2-A6EEDACA0042}" dt="2025-07-08T21:24:04.733" v="166" actId="1076"/>
        <pc:sldMkLst>
          <pc:docMk/>
          <pc:sldMk cId="2879281007" sldId="498"/>
        </pc:sldMkLst>
        <pc:picChg chg="add mod">
          <ac:chgData name="Lines, Todd" userId="afaf7c3a-e8aa-4568-882a-02ad8f9e19b0" providerId="ADAL" clId="{15C103A9-F942-4ACA-ACF2-A6EEDACA0042}" dt="2025-07-08T21:24:02.185" v="165" actId="1076"/>
          <ac:picMkLst>
            <pc:docMk/>
            <pc:sldMk cId="2879281007" sldId="498"/>
            <ac:picMk id="5" creationId="{3DD76EDB-C6A3-6ECC-6BD3-53152EBE903D}"/>
          </ac:picMkLst>
        </pc:picChg>
        <pc:picChg chg="add mod">
          <ac:chgData name="Lines, Todd" userId="afaf7c3a-e8aa-4568-882a-02ad8f9e19b0" providerId="ADAL" clId="{15C103A9-F942-4ACA-ACF2-A6EEDACA0042}" dt="2025-07-08T21:24:04.733" v="166" actId="1076"/>
          <ac:picMkLst>
            <pc:docMk/>
            <pc:sldMk cId="2879281007" sldId="498"/>
            <ac:picMk id="7" creationId="{3199212E-4554-8F2B-2285-BEA7AA8AC6DC}"/>
          </ac:picMkLst>
        </pc:picChg>
        <pc:picChg chg="add mod">
          <ac:chgData name="Lines, Todd" userId="afaf7c3a-e8aa-4568-882a-02ad8f9e19b0" providerId="ADAL" clId="{15C103A9-F942-4ACA-ACF2-A6EEDACA0042}" dt="2025-07-08T21:23:59.143" v="163" actId="1076"/>
          <ac:picMkLst>
            <pc:docMk/>
            <pc:sldMk cId="2879281007" sldId="498"/>
            <ac:picMk id="8" creationId="{9B73A1A9-DB97-3D45-2807-39CD5B9A87F3}"/>
          </ac:picMkLst>
        </pc:picChg>
      </pc:sldChg>
      <pc:sldChg chg="addSp delSp modSp new mod">
        <pc:chgData name="Lines, Todd" userId="afaf7c3a-e8aa-4568-882a-02ad8f9e19b0" providerId="ADAL" clId="{15C103A9-F942-4ACA-ACF2-A6EEDACA0042}" dt="2025-07-14T15:38:01.178" v="466" actId="1076"/>
        <pc:sldMkLst>
          <pc:docMk/>
          <pc:sldMk cId="2452570953" sldId="499"/>
        </pc:sldMkLst>
        <pc:spChg chg="mod">
          <ac:chgData name="Lines, Todd" userId="afaf7c3a-e8aa-4568-882a-02ad8f9e19b0" providerId="ADAL" clId="{15C103A9-F942-4ACA-ACF2-A6EEDACA0042}" dt="2025-07-14T15:37:54.127" v="465" actId="20577"/>
          <ac:spMkLst>
            <pc:docMk/>
            <pc:sldMk cId="2452570953" sldId="499"/>
            <ac:spMk id="2" creationId="{E6B113E3-B6E1-5911-E537-D5A522943FBA}"/>
          </ac:spMkLst>
        </pc:spChg>
        <pc:spChg chg="mod">
          <ac:chgData name="Lines, Todd" userId="afaf7c3a-e8aa-4568-882a-02ad8f9e19b0" providerId="ADAL" clId="{15C103A9-F942-4ACA-ACF2-A6EEDACA0042}" dt="2025-07-14T15:37:36.963" v="433" actId="20577"/>
          <ac:spMkLst>
            <pc:docMk/>
            <pc:sldMk cId="2452570953" sldId="499"/>
            <ac:spMk id="3" creationId="{A36A3CBF-81F5-FCD4-6FE5-FD398CCFA8E6}"/>
          </ac:spMkLst>
        </pc:spChg>
        <pc:picChg chg="add del mod">
          <ac:chgData name="Lines, Todd" userId="afaf7c3a-e8aa-4568-882a-02ad8f9e19b0" providerId="ADAL" clId="{15C103A9-F942-4ACA-ACF2-A6EEDACA0042}" dt="2025-07-14T15:35:24.357" v="188" actId="478"/>
          <ac:picMkLst>
            <pc:docMk/>
            <pc:sldMk cId="2452570953" sldId="499"/>
            <ac:picMk id="1026" creationId="{F57670D1-3654-2981-A8B3-3573DDD28E73}"/>
          </ac:picMkLst>
        </pc:picChg>
        <pc:picChg chg="add mod">
          <ac:chgData name="Lines, Todd" userId="afaf7c3a-e8aa-4568-882a-02ad8f9e19b0" providerId="ADAL" clId="{15C103A9-F942-4ACA-ACF2-A6EEDACA0042}" dt="2025-07-14T15:38:01.178" v="466" actId="1076"/>
          <ac:picMkLst>
            <pc:docMk/>
            <pc:sldMk cId="2452570953" sldId="499"/>
            <ac:picMk id="1028" creationId="{67D3A480-F0D9-2709-6433-7A283FCF5EFF}"/>
          </ac:picMkLst>
        </pc:picChg>
      </pc:sldChg>
      <pc:sldChg chg="addSp delSp modSp new mod">
        <pc:chgData name="Lines, Todd" userId="afaf7c3a-e8aa-4568-882a-02ad8f9e19b0" providerId="ADAL" clId="{15C103A9-F942-4ACA-ACF2-A6EEDACA0042}" dt="2025-07-14T18:42:26.690" v="776" actId="21"/>
        <pc:sldMkLst>
          <pc:docMk/>
          <pc:sldMk cId="4167219791" sldId="500"/>
        </pc:sldMkLst>
        <pc:spChg chg="del">
          <ac:chgData name="Lines, Todd" userId="afaf7c3a-e8aa-4568-882a-02ad8f9e19b0" providerId="ADAL" clId="{15C103A9-F942-4ACA-ACF2-A6EEDACA0042}" dt="2025-07-14T18:42:13.513" v="773" actId="478"/>
          <ac:spMkLst>
            <pc:docMk/>
            <pc:sldMk cId="4167219791" sldId="500"/>
            <ac:spMk id="2" creationId="{367A6FF3-10B4-E2FF-C095-692807DCD70A}"/>
          </ac:spMkLst>
        </pc:spChg>
        <pc:spChg chg="del">
          <ac:chgData name="Lines, Todd" userId="afaf7c3a-e8aa-4568-882a-02ad8f9e19b0" providerId="ADAL" clId="{15C103A9-F942-4ACA-ACF2-A6EEDACA0042}" dt="2025-07-14T18:41:48.975" v="770"/>
          <ac:spMkLst>
            <pc:docMk/>
            <pc:sldMk cId="4167219791" sldId="500"/>
            <ac:spMk id="3" creationId="{5FC3C762-8D9B-2F09-5C10-9A84026CDB0C}"/>
          </ac:spMkLst>
        </pc:spChg>
        <pc:spChg chg="add del mod">
          <ac:chgData name="Lines, Todd" userId="afaf7c3a-e8aa-4568-882a-02ad8f9e19b0" providerId="ADAL" clId="{15C103A9-F942-4ACA-ACF2-A6EEDACA0042}" dt="2025-07-14T18:42:13.513" v="773" actId="478"/>
          <ac:spMkLst>
            <pc:docMk/>
            <pc:sldMk cId="4167219791" sldId="500"/>
            <ac:spMk id="10" creationId="{5F0B787C-F347-F6EA-0430-9B05163CB30C}"/>
          </ac:spMkLst>
        </pc:spChg>
        <pc:picChg chg="add del mod">
          <ac:chgData name="Lines, Todd" userId="afaf7c3a-e8aa-4568-882a-02ad8f9e19b0" providerId="ADAL" clId="{15C103A9-F942-4ACA-ACF2-A6EEDACA0042}" dt="2025-07-14T18:33:44.122" v="766" actId="478"/>
          <ac:picMkLst>
            <pc:docMk/>
            <pc:sldMk cId="4167219791" sldId="500"/>
            <ac:picMk id="5" creationId="{A3AACA41-0975-65B0-524C-32EED0DE06A9}"/>
          </ac:picMkLst>
        </pc:picChg>
        <pc:picChg chg="add mod">
          <ac:chgData name="Lines, Todd" userId="afaf7c3a-e8aa-4568-882a-02ad8f9e19b0" providerId="ADAL" clId="{15C103A9-F942-4ACA-ACF2-A6EEDACA0042}" dt="2025-07-14T18:33:48.324" v="769" actId="1076"/>
          <ac:picMkLst>
            <pc:docMk/>
            <pc:sldMk cId="4167219791" sldId="500"/>
            <ac:picMk id="7" creationId="{7197EDF6-4CAE-586E-BCE3-985300922389}"/>
          </ac:picMkLst>
        </pc:picChg>
        <pc:picChg chg="add del mod">
          <ac:chgData name="Lines, Todd" userId="afaf7c3a-e8aa-4568-882a-02ad8f9e19b0" providerId="ADAL" clId="{15C103A9-F942-4ACA-ACF2-A6EEDACA0042}" dt="2025-07-14T18:41:53.529" v="772" actId="21"/>
          <ac:picMkLst>
            <pc:docMk/>
            <pc:sldMk cId="4167219791" sldId="500"/>
            <ac:picMk id="8" creationId="{CF34377F-17FB-9833-0A91-4BBBBBA892B1}"/>
          </ac:picMkLst>
        </pc:picChg>
        <pc:picChg chg="del mod">
          <ac:chgData name="Lines, Todd" userId="afaf7c3a-e8aa-4568-882a-02ad8f9e19b0" providerId="ADAL" clId="{15C103A9-F942-4ACA-ACF2-A6EEDACA0042}" dt="2025-07-14T18:42:26.690" v="776" actId="21"/>
          <ac:picMkLst>
            <pc:docMk/>
            <pc:sldMk cId="4167219791" sldId="500"/>
            <ac:picMk id="11" creationId="{D6DFB68E-A1C2-CBBF-0BB5-F7FAFF0E8AA7}"/>
          </ac:picMkLst>
        </pc:picChg>
        <pc:picChg chg="add del">
          <ac:chgData name="Lines, Todd" userId="afaf7c3a-e8aa-4568-882a-02ad8f9e19b0" providerId="ADAL" clId="{15C103A9-F942-4ACA-ACF2-A6EEDACA0042}" dt="2025-07-14T18:32:38.922" v="762" actId="478"/>
          <ac:picMkLst>
            <pc:docMk/>
            <pc:sldMk cId="4167219791" sldId="500"/>
            <ac:picMk id="2050" creationId="{1508F72C-4C0F-243C-FF72-F46C73F7F94B}"/>
          </ac:picMkLst>
        </pc:picChg>
      </pc:sldChg>
      <pc:sldChg chg="addSp modSp new">
        <pc:chgData name="Lines, Todd" userId="afaf7c3a-e8aa-4568-882a-02ad8f9e19b0" providerId="ADAL" clId="{15C103A9-F942-4ACA-ACF2-A6EEDACA0042}" dt="2025-07-14T18:05:35.817" v="491"/>
        <pc:sldMkLst>
          <pc:docMk/>
          <pc:sldMk cId="4105404537" sldId="501"/>
        </pc:sldMkLst>
        <pc:picChg chg="add mod">
          <ac:chgData name="Lines, Todd" userId="afaf7c3a-e8aa-4568-882a-02ad8f9e19b0" providerId="ADAL" clId="{15C103A9-F942-4ACA-ACF2-A6EEDACA0042}" dt="2025-07-14T18:05:35.817" v="491"/>
          <ac:picMkLst>
            <pc:docMk/>
            <pc:sldMk cId="4105404537" sldId="501"/>
            <ac:picMk id="4" creationId="{CB77ACF1-A7B2-F60F-B0AD-0D4849264D0A}"/>
          </ac:picMkLst>
        </pc:picChg>
      </pc:sldChg>
      <pc:sldChg chg="addSp delSp modSp new mod ord">
        <pc:chgData name="Lines, Todd" userId="afaf7c3a-e8aa-4568-882a-02ad8f9e19b0" providerId="ADAL" clId="{15C103A9-F942-4ACA-ACF2-A6EEDACA0042}" dt="2025-07-15T21:16:49.229" v="881" actId="1076"/>
        <pc:sldMkLst>
          <pc:docMk/>
          <pc:sldMk cId="2962924196" sldId="502"/>
        </pc:sldMkLst>
        <pc:picChg chg="add del mod modCrop">
          <ac:chgData name="Lines, Todd" userId="afaf7c3a-e8aa-4568-882a-02ad8f9e19b0" providerId="ADAL" clId="{15C103A9-F942-4ACA-ACF2-A6EEDACA0042}" dt="2025-07-15T21:16:11.863" v="873" actId="478"/>
          <ac:picMkLst>
            <pc:docMk/>
            <pc:sldMk cId="2962924196" sldId="502"/>
            <ac:picMk id="5" creationId="{96D47C31-D347-79C4-F703-BBC6241AFF63}"/>
          </ac:picMkLst>
        </pc:picChg>
        <pc:picChg chg="add mod">
          <ac:chgData name="Lines, Todd" userId="afaf7c3a-e8aa-4568-882a-02ad8f9e19b0" providerId="ADAL" clId="{15C103A9-F942-4ACA-ACF2-A6EEDACA0042}" dt="2025-07-14T18:14:59.054" v="607" actId="1076"/>
          <ac:picMkLst>
            <pc:docMk/>
            <pc:sldMk cId="2962924196" sldId="502"/>
            <ac:picMk id="6" creationId="{7342B74C-5752-3D31-EE06-7B72CB0A4796}"/>
          </ac:picMkLst>
        </pc:picChg>
        <pc:picChg chg="add mod">
          <ac:chgData name="Lines, Todd" userId="afaf7c3a-e8aa-4568-882a-02ad8f9e19b0" providerId="ADAL" clId="{15C103A9-F942-4ACA-ACF2-A6EEDACA0042}" dt="2025-07-15T21:16:49.229" v="881" actId="1076"/>
          <ac:picMkLst>
            <pc:docMk/>
            <pc:sldMk cId="2962924196" sldId="502"/>
            <ac:picMk id="7" creationId="{0C31179A-34FB-6132-FBEE-5F89B1A14E4C}"/>
          </ac:picMkLst>
        </pc:picChg>
      </pc:sldChg>
      <pc:sldChg chg="addSp delSp modSp new mod">
        <pc:chgData name="Lines, Todd" userId="afaf7c3a-e8aa-4568-882a-02ad8f9e19b0" providerId="ADAL" clId="{15C103A9-F942-4ACA-ACF2-A6EEDACA0042}" dt="2025-07-15T21:17:20.378" v="887" actId="478"/>
        <pc:sldMkLst>
          <pc:docMk/>
          <pc:sldMk cId="293907604" sldId="503"/>
        </pc:sldMkLst>
        <pc:spChg chg="del">
          <ac:chgData name="Lines, Todd" userId="afaf7c3a-e8aa-4568-882a-02ad8f9e19b0" providerId="ADAL" clId="{15C103A9-F942-4ACA-ACF2-A6EEDACA0042}" dt="2025-07-15T21:17:20.378" v="887" actId="478"/>
          <ac:spMkLst>
            <pc:docMk/>
            <pc:sldMk cId="293907604" sldId="503"/>
            <ac:spMk id="2" creationId="{2232F4E1-1977-82CD-9B82-F1CA236B0883}"/>
          </ac:spMkLst>
        </pc:spChg>
        <pc:spChg chg="del">
          <ac:chgData name="Lines, Todd" userId="afaf7c3a-e8aa-4568-882a-02ad8f9e19b0" providerId="ADAL" clId="{15C103A9-F942-4ACA-ACF2-A6EEDACA0042}" dt="2025-07-15T21:17:20.378" v="887" actId="478"/>
          <ac:spMkLst>
            <pc:docMk/>
            <pc:sldMk cId="293907604" sldId="503"/>
            <ac:spMk id="3" creationId="{7CBDC868-92E8-303F-BF63-3E54351B85F8}"/>
          </ac:spMkLst>
        </pc:spChg>
        <pc:picChg chg="add mod">
          <ac:chgData name="Lines, Todd" userId="afaf7c3a-e8aa-4568-882a-02ad8f9e19b0" providerId="ADAL" clId="{15C103A9-F942-4ACA-ACF2-A6EEDACA0042}" dt="2025-07-14T18:17:19.575" v="620" actId="1076"/>
          <ac:picMkLst>
            <pc:docMk/>
            <pc:sldMk cId="293907604" sldId="503"/>
            <ac:picMk id="4" creationId="{B0423748-C14F-0FCE-53E3-33EABFDDA1CB}"/>
          </ac:picMkLst>
        </pc:picChg>
        <pc:picChg chg="add del mod modCrop">
          <ac:chgData name="Lines, Todd" userId="afaf7c3a-e8aa-4568-882a-02ad8f9e19b0" providerId="ADAL" clId="{15C103A9-F942-4ACA-ACF2-A6EEDACA0042}" dt="2025-07-15T21:17:11.471" v="882" actId="478"/>
          <ac:picMkLst>
            <pc:docMk/>
            <pc:sldMk cId="293907604" sldId="503"/>
            <ac:picMk id="6" creationId="{A28E4DB1-3214-7115-8509-37E09602DC43}"/>
          </ac:picMkLst>
        </pc:picChg>
        <pc:picChg chg="add mod">
          <ac:chgData name="Lines, Todd" userId="afaf7c3a-e8aa-4568-882a-02ad8f9e19b0" providerId="ADAL" clId="{15C103A9-F942-4ACA-ACF2-A6EEDACA0042}" dt="2025-07-15T21:17:18.185" v="886" actId="1076"/>
          <ac:picMkLst>
            <pc:docMk/>
            <pc:sldMk cId="293907604" sldId="503"/>
            <ac:picMk id="7" creationId="{54506DB6-2CDC-0805-7E6E-2853BE05B5C7}"/>
          </ac:picMkLst>
        </pc:picChg>
      </pc:sldChg>
      <pc:sldChg chg="addSp delSp modSp new mod ord">
        <pc:chgData name="Lines, Todd" userId="afaf7c3a-e8aa-4568-882a-02ad8f9e19b0" providerId="ADAL" clId="{15C103A9-F942-4ACA-ACF2-A6EEDACA0042}" dt="2025-07-15T21:17:47.347" v="892" actId="1076"/>
        <pc:sldMkLst>
          <pc:docMk/>
          <pc:sldMk cId="2659571264" sldId="504"/>
        </pc:sldMkLst>
        <pc:picChg chg="add mod">
          <ac:chgData name="Lines, Todd" userId="afaf7c3a-e8aa-4568-882a-02ad8f9e19b0" providerId="ADAL" clId="{15C103A9-F942-4ACA-ACF2-A6EEDACA0042}" dt="2025-07-14T18:18:20.792" v="631" actId="1076"/>
          <ac:picMkLst>
            <pc:docMk/>
            <pc:sldMk cId="2659571264" sldId="504"/>
            <ac:picMk id="2" creationId="{D884B25D-B5B6-416B-5683-AD7E1449B2A8}"/>
          </ac:picMkLst>
        </pc:picChg>
        <pc:picChg chg="add del mod modCrop">
          <ac:chgData name="Lines, Todd" userId="afaf7c3a-e8aa-4568-882a-02ad8f9e19b0" providerId="ADAL" clId="{15C103A9-F942-4ACA-ACF2-A6EEDACA0042}" dt="2025-07-15T21:17:36.411" v="888" actId="478"/>
          <ac:picMkLst>
            <pc:docMk/>
            <pc:sldMk cId="2659571264" sldId="504"/>
            <ac:picMk id="4" creationId="{C6F3650F-7A3F-319C-DF32-30F7A7D8D99D}"/>
          </ac:picMkLst>
        </pc:picChg>
        <pc:picChg chg="add mod">
          <ac:chgData name="Lines, Todd" userId="afaf7c3a-e8aa-4568-882a-02ad8f9e19b0" providerId="ADAL" clId="{15C103A9-F942-4ACA-ACF2-A6EEDACA0042}" dt="2025-07-15T21:17:47.347" v="892" actId="1076"/>
          <ac:picMkLst>
            <pc:docMk/>
            <pc:sldMk cId="2659571264" sldId="504"/>
            <ac:picMk id="5" creationId="{83336535-59C3-3BDC-BCA8-85EE2C5B64BF}"/>
          </ac:picMkLst>
        </pc:picChg>
      </pc:sldChg>
      <pc:sldChg chg="addSp delSp modSp new mod">
        <pc:chgData name="Lines, Todd" userId="afaf7c3a-e8aa-4568-882a-02ad8f9e19b0" providerId="ADAL" clId="{15C103A9-F942-4ACA-ACF2-A6EEDACA0042}" dt="2025-07-15T21:18:18.319" v="898" actId="1076"/>
        <pc:sldMkLst>
          <pc:docMk/>
          <pc:sldMk cId="2637410328" sldId="505"/>
        </pc:sldMkLst>
        <pc:spChg chg="del">
          <ac:chgData name="Lines, Todd" userId="afaf7c3a-e8aa-4568-882a-02ad8f9e19b0" providerId="ADAL" clId="{15C103A9-F942-4ACA-ACF2-A6EEDACA0042}" dt="2025-07-14T18:18:29.300" v="633" actId="478"/>
          <ac:spMkLst>
            <pc:docMk/>
            <pc:sldMk cId="2637410328" sldId="505"/>
            <ac:spMk id="2" creationId="{00B6E327-F8E0-5859-E37E-08CE3E7D4C53}"/>
          </ac:spMkLst>
        </pc:spChg>
        <pc:spChg chg="del">
          <ac:chgData name="Lines, Todd" userId="afaf7c3a-e8aa-4568-882a-02ad8f9e19b0" providerId="ADAL" clId="{15C103A9-F942-4ACA-ACF2-A6EEDACA0042}" dt="2025-07-14T18:18:29.300" v="633" actId="478"/>
          <ac:spMkLst>
            <pc:docMk/>
            <pc:sldMk cId="2637410328" sldId="505"/>
            <ac:spMk id="3" creationId="{48B40213-AAC8-FD04-7E0F-EA1D0FFBBDD6}"/>
          </ac:spMkLst>
        </pc:spChg>
        <pc:picChg chg="add mod">
          <ac:chgData name="Lines, Todd" userId="afaf7c3a-e8aa-4568-882a-02ad8f9e19b0" providerId="ADAL" clId="{15C103A9-F942-4ACA-ACF2-A6EEDACA0042}" dt="2025-07-15T21:18:18.319" v="898" actId="1076"/>
          <ac:picMkLst>
            <pc:docMk/>
            <pc:sldMk cId="2637410328" sldId="505"/>
            <ac:picMk id="3" creationId="{1B3D7C21-03A9-B831-A6C9-C5F4B19E7BA7}"/>
          </ac:picMkLst>
        </pc:picChg>
        <pc:picChg chg="add mod">
          <ac:chgData name="Lines, Todd" userId="afaf7c3a-e8aa-4568-882a-02ad8f9e19b0" providerId="ADAL" clId="{15C103A9-F942-4ACA-ACF2-A6EEDACA0042}" dt="2025-07-14T18:20:00.326" v="645" actId="1076"/>
          <ac:picMkLst>
            <pc:docMk/>
            <pc:sldMk cId="2637410328" sldId="505"/>
            <ac:picMk id="4" creationId="{24D7C40E-0FF1-AC59-F503-AA8EA7E6DF50}"/>
          </ac:picMkLst>
        </pc:picChg>
        <pc:picChg chg="add del mod modCrop">
          <ac:chgData name="Lines, Todd" userId="afaf7c3a-e8aa-4568-882a-02ad8f9e19b0" providerId="ADAL" clId="{15C103A9-F942-4ACA-ACF2-A6EEDACA0042}" dt="2025-07-15T21:18:07.164" v="893" actId="478"/>
          <ac:picMkLst>
            <pc:docMk/>
            <pc:sldMk cId="2637410328" sldId="505"/>
            <ac:picMk id="6" creationId="{40AC5EDB-FA4F-069D-3F2E-6273D973EB93}"/>
          </ac:picMkLst>
        </pc:picChg>
      </pc:sldChg>
      <pc:sldChg chg="addSp delSp modSp new mod ord">
        <pc:chgData name="Lines, Todd" userId="afaf7c3a-e8aa-4568-882a-02ad8f9e19b0" providerId="ADAL" clId="{15C103A9-F942-4ACA-ACF2-A6EEDACA0042}" dt="2025-07-15T21:19:10.684" v="908" actId="1076"/>
        <pc:sldMkLst>
          <pc:docMk/>
          <pc:sldMk cId="1561131735" sldId="506"/>
        </pc:sldMkLst>
        <pc:picChg chg="add del mod modCrop">
          <ac:chgData name="Lines, Todd" userId="afaf7c3a-e8aa-4568-882a-02ad8f9e19b0" providerId="ADAL" clId="{15C103A9-F942-4ACA-ACF2-A6EEDACA0042}" dt="2025-07-14T18:24:01.687" v="737" actId="478"/>
          <ac:picMkLst>
            <pc:docMk/>
            <pc:sldMk cId="1561131735" sldId="506"/>
            <ac:picMk id="3" creationId="{540034B4-93E9-7FA7-8286-A4F4AFF5F8CB}"/>
          </ac:picMkLst>
        </pc:picChg>
        <pc:picChg chg="add mod">
          <ac:chgData name="Lines, Todd" userId="afaf7c3a-e8aa-4568-882a-02ad8f9e19b0" providerId="ADAL" clId="{15C103A9-F942-4ACA-ACF2-A6EEDACA0042}" dt="2025-07-15T21:19:10.684" v="908" actId="1076"/>
          <ac:picMkLst>
            <pc:docMk/>
            <pc:sldMk cId="1561131735" sldId="506"/>
            <ac:picMk id="3" creationId="{A7F5F126-C984-F7A8-DAFD-6DE6BF061633}"/>
          </ac:picMkLst>
        </pc:picChg>
        <pc:picChg chg="add del mod modCrop">
          <ac:chgData name="Lines, Todd" userId="afaf7c3a-e8aa-4568-882a-02ad8f9e19b0" providerId="ADAL" clId="{15C103A9-F942-4ACA-ACF2-A6EEDACA0042}" dt="2025-07-15T21:19:03.981" v="904" actId="478"/>
          <ac:picMkLst>
            <pc:docMk/>
            <pc:sldMk cId="1561131735" sldId="506"/>
            <ac:picMk id="5" creationId="{2FF11DDE-BE18-3D01-4CED-175D28B0A6A2}"/>
          </ac:picMkLst>
        </pc:picChg>
        <pc:picChg chg="add mod">
          <ac:chgData name="Lines, Todd" userId="afaf7c3a-e8aa-4568-882a-02ad8f9e19b0" providerId="ADAL" clId="{15C103A9-F942-4ACA-ACF2-A6EEDACA0042}" dt="2025-07-14T18:24:01.968" v="738"/>
          <ac:picMkLst>
            <pc:docMk/>
            <pc:sldMk cId="1561131735" sldId="506"/>
            <ac:picMk id="6" creationId="{24C08639-B383-C693-10A6-D654E192830C}"/>
          </ac:picMkLst>
        </pc:picChg>
      </pc:sldChg>
      <pc:sldChg chg="modSp add mod">
        <pc:chgData name="Lines, Todd" userId="afaf7c3a-e8aa-4568-882a-02ad8f9e19b0" providerId="ADAL" clId="{15C103A9-F942-4ACA-ACF2-A6EEDACA0042}" dt="2025-07-14T18:23:30.654" v="730" actId="1076"/>
        <pc:sldMkLst>
          <pc:docMk/>
          <pc:sldMk cId="3234640875" sldId="507"/>
        </pc:sldMkLst>
        <pc:spChg chg="mod">
          <ac:chgData name="Lines, Todd" userId="afaf7c3a-e8aa-4568-882a-02ad8f9e19b0" providerId="ADAL" clId="{15C103A9-F942-4ACA-ACF2-A6EEDACA0042}" dt="2025-07-14T18:23:26.599" v="728" actId="1076"/>
          <ac:spMkLst>
            <pc:docMk/>
            <pc:sldMk cId="3234640875" sldId="507"/>
            <ac:spMk id="7" creationId="{29114045-9399-019B-7B75-7ADC76130D55}"/>
          </ac:spMkLst>
        </pc:spChg>
        <pc:spChg chg="mod">
          <ac:chgData name="Lines, Todd" userId="afaf7c3a-e8aa-4568-882a-02ad8f9e19b0" providerId="ADAL" clId="{15C103A9-F942-4ACA-ACF2-A6EEDACA0042}" dt="2025-07-14T18:23:26.599" v="728" actId="1076"/>
          <ac:spMkLst>
            <pc:docMk/>
            <pc:sldMk cId="3234640875" sldId="507"/>
            <ac:spMk id="8" creationId="{9E91C3ED-2EC3-BF40-5B9C-46E754E79EEB}"/>
          </ac:spMkLst>
        </pc:spChg>
        <pc:spChg chg="mod">
          <ac:chgData name="Lines, Todd" userId="afaf7c3a-e8aa-4568-882a-02ad8f9e19b0" providerId="ADAL" clId="{15C103A9-F942-4ACA-ACF2-A6EEDACA0042}" dt="2025-07-14T18:23:26.599" v="728" actId="1076"/>
          <ac:spMkLst>
            <pc:docMk/>
            <pc:sldMk cId="3234640875" sldId="507"/>
            <ac:spMk id="11" creationId="{4E1FA934-EFCE-B5C4-74F6-85AB081CA7B0}"/>
          </ac:spMkLst>
        </pc:spChg>
        <pc:spChg chg="mod">
          <ac:chgData name="Lines, Todd" userId="afaf7c3a-e8aa-4568-882a-02ad8f9e19b0" providerId="ADAL" clId="{15C103A9-F942-4ACA-ACF2-A6EEDACA0042}" dt="2025-07-14T18:23:26.599" v="728" actId="1076"/>
          <ac:spMkLst>
            <pc:docMk/>
            <pc:sldMk cId="3234640875" sldId="507"/>
            <ac:spMk id="14" creationId="{74137D7C-FD9B-1350-392F-8D0C0E923F1C}"/>
          </ac:spMkLst>
        </pc:spChg>
        <pc:spChg chg="mod">
          <ac:chgData name="Lines, Todd" userId="afaf7c3a-e8aa-4568-882a-02ad8f9e19b0" providerId="ADAL" clId="{15C103A9-F942-4ACA-ACF2-A6EEDACA0042}" dt="2025-07-14T18:23:26.599" v="728" actId="1076"/>
          <ac:spMkLst>
            <pc:docMk/>
            <pc:sldMk cId="3234640875" sldId="507"/>
            <ac:spMk id="15" creationId="{2CDD6E55-BD45-CED7-150C-D7F758D93C6E}"/>
          </ac:spMkLst>
        </pc:spChg>
        <pc:spChg chg="mod">
          <ac:chgData name="Lines, Todd" userId="afaf7c3a-e8aa-4568-882a-02ad8f9e19b0" providerId="ADAL" clId="{15C103A9-F942-4ACA-ACF2-A6EEDACA0042}" dt="2025-07-14T18:23:26.599" v="728" actId="1076"/>
          <ac:spMkLst>
            <pc:docMk/>
            <pc:sldMk cId="3234640875" sldId="507"/>
            <ac:spMk id="16" creationId="{5DCD88CF-3916-2A5F-0B9E-636863ACF1FB}"/>
          </ac:spMkLst>
        </pc:spChg>
        <pc:picChg chg="mod">
          <ac:chgData name="Lines, Todd" userId="afaf7c3a-e8aa-4568-882a-02ad8f9e19b0" providerId="ADAL" clId="{15C103A9-F942-4ACA-ACF2-A6EEDACA0042}" dt="2025-07-14T18:23:26.599" v="728" actId="1076"/>
          <ac:picMkLst>
            <pc:docMk/>
            <pc:sldMk cId="3234640875" sldId="507"/>
            <ac:picMk id="2" creationId="{B6D5F5D2-3F10-82E4-7087-F9EF14F685D2}"/>
          </ac:picMkLst>
        </pc:picChg>
        <pc:picChg chg="mod">
          <ac:chgData name="Lines, Todd" userId="afaf7c3a-e8aa-4568-882a-02ad8f9e19b0" providerId="ADAL" clId="{15C103A9-F942-4ACA-ACF2-A6EEDACA0042}" dt="2025-07-14T18:23:30.654" v="730" actId="1076"/>
          <ac:picMkLst>
            <pc:docMk/>
            <pc:sldMk cId="3234640875" sldId="507"/>
            <ac:picMk id="10" creationId="{7BF1D3C9-1731-9008-D3A5-7B92256E4681}"/>
          </ac:picMkLst>
        </pc:picChg>
        <pc:cxnChg chg="mod">
          <ac:chgData name="Lines, Todd" userId="afaf7c3a-e8aa-4568-882a-02ad8f9e19b0" providerId="ADAL" clId="{15C103A9-F942-4ACA-ACF2-A6EEDACA0042}" dt="2025-07-14T18:23:26.599" v="728" actId="1076"/>
          <ac:cxnSpMkLst>
            <pc:docMk/>
            <pc:sldMk cId="3234640875" sldId="507"/>
            <ac:cxnSpMk id="13" creationId="{CCB05D3E-5D6B-70A1-CCC1-027D0453E095}"/>
          </ac:cxnSpMkLst>
        </pc:cxnChg>
      </pc:sldChg>
      <pc:sldChg chg="addSp delSp modSp add mod">
        <pc:chgData name="Lines, Todd" userId="afaf7c3a-e8aa-4568-882a-02ad8f9e19b0" providerId="ADAL" clId="{15C103A9-F942-4ACA-ACF2-A6EEDACA0042}" dt="2025-07-15T21:18:49.198" v="903" actId="1076"/>
        <pc:sldMkLst>
          <pc:docMk/>
          <pc:sldMk cId="3444799818" sldId="508"/>
        </pc:sldMkLst>
        <pc:picChg chg="add mod">
          <ac:chgData name="Lines, Todd" userId="afaf7c3a-e8aa-4568-882a-02ad8f9e19b0" providerId="ADAL" clId="{15C103A9-F942-4ACA-ACF2-A6EEDACA0042}" dt="2025-07-14T18:23:58.302" v="736" actId="14100"/>
          <ac:picMkLst>
            <pc:docMk/>
            <pc:sldMk cId="3444799818" sldId="508"/>
            <ac:picMk id="2" creationId="{30E4C50D-1497-D5F7-8E29-F1A30C64E6CB}"/>
          </ac:picMkLst>
        </pc:picChg>
        <pc:picChg chg="del mod">
          <ac:chgData name="Lines, Todd" userId="afaf7c3a-e8aa-4568-882a-02ad8f9e19b0" providerId="ADAL" clId="{15C103A9-F942-4ACA-ACF2-A6EEDACA0042}" dt="2025-07-15T21:18:41.148" v="899" actId="478"/>
          <ac:picMkLst>
            <pc:docMk/>
            <pc:sldMk cId="3444799818" sldId="508"/>
            <ac:picMk id="3" creationId="{EEEEE0F8-78C1-12D3-5DB3-451F465DA242}"/>
          </ac:picMkLst>
        </pc:picChg>
        <pc:picChg chg="del">
          <ac:chgData name="Lines, Todd" userId="afaf7c3a-e8aa-4568-882a-02ad8f9e19b0" providerId="ADAL" clId="{15C103A9-F942-4ACA-ACF2-A6EEDACA0042}" dt="2025-07-14T18:23:45.770" v="732" actId="478"/>
          <ac:picMkLst>
            <pc:docMk/>
            <pc:sldMk cId="3444799818" sldId="508"/>
            <ac:picMk id="5" creationId="{3261360F-77FB-40EB-F864-501767666ACC}"/>
          </ac:picMkLst>
        </pc:picChg>
        <pc:picChg chg="add mod">
          <ac:chgData name="Lines, Todd" userId="afaf7c3a-e8aa-4568-882a-02ad8f9e19b0" providerId="ADAL" clId="{15C103A9-F942-4ACA-ACF2-A6EEDACA0042}" dt="2025-07-15T21:18:49.198" v="903" actId="1076"/>
          <ac:picMkLst>
            <pc:docMk/>
            <pc:sldMk cId="3444799818" sldId="508"/>
            <ac:picMk id="5" creationId="{5D7DEA2A-B8DD-DA43-C9C3-B0481EEC6C74}"/>
          </ac:picMkLst>
        </pc:picChg>
      </pc:sldChg>
      <pc:sldChg chg="addSp delSp modSp new mod">
        <pc:chgData name="Lines, Todd" userId="afaf7c3a-e8aa-4568-882a-02ad8f9e19b0" providerId="ADAL" clId="{15C103A9-F942-4ACA-ACF2-A6EEDACA0042}" dt="2025-07-15T21:19:52.662" v="918" actId="1076"/>
        <pc:sldMkLst>
          <pc:docMk/>
          <pc:sldMk cId="3100978995" sldId="509"/>
        </pc:sldMkLst>
        <pc:spChg chg="del">
          <ac:chgData name="Lines, Todd" userId="afaf7c3a-e8aa-4568-882a-02ad8f9e19b0" providerId="ADAL" clId="{15C103A9-F942-4ACA-ACF2-A6EEDACA0042}" dt="2025-07-15T21:19:29.259" v="912" actId="478"/>
          <ac:spMkLst>
            <pc:docMk/>
            <pc:sldMk cId="3100978995" sldId="509"/>
            <ac:spMk id="2" creationId="{CC89CD66-F21B-11FD-D7EA-EB6CECCD6AD0}"/>
          </ac:spMkLst>
        </pc:spChg>
        <pc:spChg chg="del">
          <ac:chgData name="Lines, Todd" userId="afaf7c3a-e8aa-4568-882a-02ad8f9e19b0" providerId="ADAL" clId="{15C103A9-F942-4ACA-ACF2-A6EEDACA0042}" dt="2025-07-15T21:19:29.259" v="912" actId="478"/>
          <ac:spMkLst>
            <pc:docMk/>
            <pc:sldMk cId="3100978995" sldId="509"/>
            <ac:spMk id="3" creationId="{27642175-6C38-E977-6A2E-013792259E61}"/>
          </ac:spMkLst>
        </pc:spChg>
        <pc:picChg chg="add del mod modCrop">
          <ac:chgData name="Lines, Todd" userId="afaf7c3a-e8aa-4568-882a-02ad8f9e19b0" providerId="ADAL" clId="{15C103A9-F942-4ACA-ACF2-A6EEDACA0042}" dt="2025-07-15T21:19:24.879" v="909" actId="478"/>
          <ac:picMkLst>
            <pc:docMk/>
            <pc:sldMk cId="3100978995" sldId="509"/>
            <ac:picMk id="5" creationId="{643B0512-1658-0004-DCD0-1712F5F96B47}"/>
          </ac:picMkLst>
        </pc:picChg>
        <pc:picChg chg="add mod">
          <ac:chgData name="Lines, Todd" userId="afaf7c3a-e8aa-4568-882a-02ad8f9e19b0" providerId="ADAL" clId="{15C103A9-F942-4ACA-ACF2-A6EEDACA0042}" dt="2025-07-15T21:19:52.662" v="918" actId="1076"/>
          <ac:picMkLst>
            <pc:docMk/>
            <pc:sldMk cId="3100978995" sldId="509"/>
            <ac:picMk id="6" creationId="{DED09A19-42AF-3EEA-2D1B-3498ED33D60E}"/>
          </ac:picMkLst>
        </pc:picChg>
        <pc:picChg chg="add del mod modCrop">
          <ac:chgData name="Lines, Todd" userId="afaf7c3a-e8aa-4568-882a-02ad8f9e19b0" providerId="ADAL" clId="{15C103A9-F942-4ACA-ACF2-A6EEDACA0042}" dt="2025-07-15T21:19:42.331" v="913" actId="478"/>
          <ac:picMkLst>
            <pc:docMk/>
            <pc:sldMk cId="3100978995" sldId="509"/>
            <ac:picMk id="7" creationId="{016C6A2E-9640-FB78-0BC7-EEFC5DF08F0D}"/>
          </ac:picMkLst>
        </pc:picChg>
        <pc:picChg chg="add mod">
          <ac:chgData name="Lines, Todd" userId="afaf7c3a-e8aa-4568-882a-02ad8f9e19b0" providerId="ADAL" clId="{15C103A9-F942-4ACA-ACF2-A6EEDACA0042}" dt="2025-07-14T18:26:31.482" v="759" actId="1076"/>
          <ac:picMkLst>
            <pc:docMk/>
            <pc:sldMk cId="3100978995" sldId="509"/>
            <ac:picMk id="8" creationId="{3DF08B8E-D69D-D9BF-D54A-2C6C93A79A94}"/>
          </ac:picMkLst>
        </pc:picChg>
        <pc:picChg chg="add mod">
          <ac:chgData name="Lines, Todd" userId="afaf7c3a-e8aa-4568-882a-02ad8f9e19b0" providerId="ADAL" clId="{15C103A9-F942-4ACA-ACF2-A6EEDACA0042}" dt="2025-07-15T21:19:51.200" v="917" actId="1076"/>
          <ac:picMkLst>
            <pc:docMk/>
            <pc:sldMk cId="3100978995" sldId="509"/>
            <ac:picMk id="10" creationId="{F533C00C-E5BD-F21B-B8E8-02553AD6F611}"/>
          </ac:picMkLst>
        </pc:picChg>
      </pc:sldChg>
      <pc:sldChg chg="addSp delSp modSp new mod">
        <pc:chgData name="Lines, Todd" userId="afaf7c3a-e8aa-4568-882a-02ad8f9e19b0" providerId="ADAL" clId="{15C103A9-F942-4ACA-ACF2-A6EEDACA0042}" dt="2025-07-14T18:59:34.258" v="865" actId="478"/>
        <pc:sldMkLst>
          <pc:docMk/>
          <pc:sldMk cId="3813929639" sldId="510"/>
        </pc:sldMkLst>
        <pc:spChg chg="del">
          <ac:chgData name="Lines, Todd" userId="afaf7c3a-e8aa-4568-882a-02ad8f9e19b0" providerId="ADAL" clId="{15C103A9-F942-4ACA-ACF2-A6EEDACA0042}" dt="2025-07-14T18:59:22.291" v="859" actId="478"/>
          <ac:spMkLst>
            <pc:docMk/>
            <pc:sldMk cId="3813929639" sldId="510"/>
            <ac:spMk id="2" creationId="{42F6F8FB-0680-B1EA-F1C7-FC4B2C6236F1}"/>
          </ac:spMkLst>
        </pc:spChg>
        <pc:spChg chg="del">
          <ac:chgData name="Lines, Todd" userId="afaf7c3a-e8aa-4568-882a-02ad8f9e19b0" providerId="ADAL" clId="{15C103A9-F942-4ACA-ACF2-A6EEDACA0042}" dt="2025-07-14T18:59:22.291" v="859" actId="478"/>
          <ac:spMkLst>
            <pc:docMk/>
            <pc:sldMk cId="3813929639" sldId="510"/>
            <ac:spMk id="3" creationId="{1204FD06-6E7D-2800-3313-B228D17E5A9C}"/>
          </ac:spMkLst>
        </pc:spChg>
        <pc:spChg chg="add del mod">
          <ac:chgData name="Lines, Todd" userId="afaf7c3a-e8aa-4568-882a-02ad8f9e19b0" providerId="ADAL" clId="{15C103A9-F942-4ACA-ACF2-A6EEDACA0042}" dt="2025-07-14T18:59:31.731" v="864" actId="14100"/>
          <ac:spMkLst>
            <pc:docMk/>
            <pc:sldMk cId="3813929639" sldId="510"/>
            <ac:spMk id="5" creationId="{DB8FB4E2-DD1B-C357-49F7-56D7D40D2DAF}"/>
          </ac:spMkLst>
        </pc:spChg>
        <pc:spChg chg="add mod">
          <ac:chgData name="Lines, Todd" userId="afaf7c3a-e8aa-4568-882a-02ad8f9e19b0" providerId="ADAL" clId="{15C103A9-F942-4ACA-ACF2-A6EEDACA0042}" dt="2025-07-14T18:59:22.807" v="860"/>
          <ac:spMkLst>
            <pc:docMk/>
            <pc:sldMk cId="3813929639" sldId="510"/>
            <ac:spMk id="6" creationId="{BE50B14A-15D2-CDEB-0FB8-EB2FA26BCAB4}"/>
          </ac:spMkLst>
        </pc:spChg>
        <pc:spChg chg="add mod">
          <ac:chgData name="Lines, Todd" userId="afaf7c3a-e8aa-4568-882a-02ad8f9e19b0" providerId="ADAL" clId="{15C103A9-F942-4ACA-ACF2-A6EEDACA0042}" dt="2025-07-14T18:59:22.807" v="860"/>
          <ac:spMkLst>
            <pc:docMk/>
            <pc:sldMk cId="3813929639" sldId="510"/>
            <ac:spMk id="7" creationId="{44342785-3F46-C957-62DB-DCAE43DE04E8}"/>
          </ac:spMkLst>
        </pc:spChg>
        <pc:spChg chg="add mod">
          <ac:chgData name="Lines, Todd" userId="afaf7c3a-e8aa-4568-882a-02ad8f9e19b0" providerId="ADAL" clId="{15C103A9-F942-4ACA-ACF2-A6EEDACA0042}" dt="2025-07-14T18:59:22.807" v="860"/>
          <ac:spMkLst>
            <pc:docMk/>
            <pc:sldMk cId="3813929639" sldId="510"/>
            <ac:spMk id="8" creationId="{4B9DB61C-E009-2FD3-CF1E-C073AC2B37EF}"/>
          </ac:spMkLst>
        </pc:spChg>
        <pc:spChg chg="add del mod">
          <ac:chgData name="Lines, Todd" userId="afaf7c3a-e8aa-4568-882a-02ad8f9e19b0" providerId="ADAL" clId="{15C103A9-F942-4ACA-ACF2-A6EEDACA0042}" dt="2025-07-14T18:59:34.258" v="865" actId="478"/>
          <ac:spMkLst>
            <pc:docMk/>
            <pc:sldMk cId="3813929639" sldId="510"/>
            <ac:spMk id="9" creationId="{3256B12C-38D7-369E-0CC4-400AD0DC76C6}"/>
          </ac:spMkLst>
        </pc:spChg>
        <pc:spChg chg="add mod">
          <ac:chgData name="Lines, Todd" userId="afaf7c3a-e8aa-4568-882a-02ad8f9e19b0" providerId="ADAL" clId="{15C103A9-F942-4ACA-ACF2-A6EEDACA0042}" dt="2025-07-14T18:59:22.807" v="860"/>
          <ac:spMkLst>
            <pc:docMk/>
            <pc:sldMk cId="3813929639" sldId="510"/>
            <ac:spMk id="11" creationId="{AA98AA21-33E6-EFF8-8C42-9B293549EC56}"/>
          </ac:spMkLst>
        </pc:spChg>
        <pc:spChg chg="add mod">
          <ac:chgData name="Lines, Todd" userId="afaf7c3a-e8aa-4568-882a-02ad8f9e19b0" providerId="ADAL" clId="{15C103A9-F942-4ACA-ACF2-A6EEDACA0042}" dt="2025-07-14T18:59:22.807" v="860"/>
          <ac:spMkLst>
            <pc:docMk/>
            <pc:sldMk cId="3813929639" sldId="510"/>
            <ac:spMk id="13" creationId="{FE40253B-357C-8C35-BABA-1408EC8F7276}"/>
          </ac:spMkLst>
        </pc:spChg>
        <pc:spChg chg="add mod">
          <ac:chgData name="Lines, Todd" userId="afaf7c3a-e8aa-4568-882a-02ad8f9e19b0" providerId="ADAL" clId="{15C103A9-F942-4ACA-ACF2-A6EEDACA0042}" dt="2025-07-14T18:59:22.807" v="860"/>
          <ac:spMkLst>
            <pc:docMk/>
            <pc:sldMk cId="3813929639" sldId="510"/>
            <ac:spMk id="14" creationId="{96B4C2B0-98AA-69D7-03DF-94FCE3CD3543}"/>
          </ac:spMkLst>
        </pc:spChg>
        <pc:spChg chg="add mod">
          <ac:chgData name="Lines, Todd" userId="afaf7c3a-e8aa-4568-882a-02ad8f9e19b0" providerId="ADAL" clId="{15C103A9-F942-4ACA-ACF2-A6EEDACA0042}" dt="2025-07-14T18:59:22.807" v="860"/>
          <ac:spMkLst>
            <pc:docMk/>
            <pc:sldMk cId="3813929639" sldId="510"/>
            <ac:spMk id="15" creationId="{25D69E0E-DEE7-DF13-557B-F6ED19DF89F3}"/>
          </ac:spMkLst>
        </pc:spChg>
        <pc:spChg chg="add del mod">
          <ac:chgData name="Lines, Todd" userId="afaf7c3a-e8aa-4568-882a-02ad8f9e19b0" providerId="ADAL" clId="{15C103A9-F942-4ACA-ACF2-A6EEDACA0042}" dt="2025-07-14T18:59:25.780" v="861" actId="478"/>
          <ac:spMkLst>
            <pc:docMk/>
            <pc:sldMk cId="3813929639" sldId="510"/>
            <ac:spMk id="17" creationId="{339A4C4E-2F86-D16E-12EA-7E49A420137F}"/>
          </ac:spMkLst>
        </pc:spChg>
      </pc:sldChg>
      <pc:sldChg chg="addSp modSp add">
        <pc:chgData name="Lines, Todd" userId="afaf7c3a-e8aa-4568-882a-02ad8f9e19b0" providerId="ADAL" clId="{15C103A9-F942-4ACA-ACF2-A6EEDACA0042}" dt="2025-07-14T18:59:43.959" v="867"/>
        <pc:sldMkLst>
          <pc:docMk/>
          <pc:sldMk cId="2390443354" sldId="511"/>
        </pc:sldMkLst>
        <pc:spChg chg="add mod">
          <ac:chgData name="Lines, Todd" userId="afaf7c3a-e8aa-4568-882a-02ad8f9e19b0" providerId="ADAL" clId="{15C103A9-F942-4ACA-ACF2-A6EEDACA0042}" dt="2025-07-14T18:59:43.959" v="867"/>
          <ac:spMkLst>
            <pc:docMk/>
            <pc:sldMk cId="2390443354" sldId="511"/>
            <ac:spMk id="2" creationId="{61540CA6-6754-E7A3-C51A-74DF1C4C32B6}"/>
          </ac:spMkLst>
        </pc:spChg>
      </pc:sldChg>
    </pc:docChg>
  </pc:docChgLst>
  <pc:docChgLst>
    <pc:chgData name="Lines, Todd" userId="afaf7c3a-e8aa-4568-882a-02ad8f9e19b0" providerId="ADAL" clId="{19433E2F-A7AC-4341-9FA4-5680B2C19CE3}"/>
    <pc:docChg chg="custSel addSld modSld">
      <pc:chgData name="Lines, Todd" userId="afaf7c3a-e8aa-4568-882a-02ad8f9e19b0" providerId="ADAL" clId="{19433E2F-A7AC-4341-9FA4-5680B2C19CE3}" dt="2025-07-08T19:01:50.896" v="8" actId="20577"/>
      <pc:docMkLst>
        <pc:docMk/>
      </pc:docMkLst>
      <pc:sldChg chg="add">
        <pc:chgData name="Lines, Todd" userId="afaf7c3a-e8aa-4568-882a-02ad8f9e19b0" providerId="ADAL" clId="{19433E2F-A7AC-4341-9FA4-5680B2C19CE3}" dt="2025-07-03T22:45:43.067" v="5"/>
        <pc:sldMkLst>
          <pc:docMk/>
          <pc:sldMk cId="0" sldId="265"/>
        </pc:sldMkLst>
      </pc:sldChg>
      <pc:sldChg chg="addSp delSp modSp new mod">
        <pc:chgData name="Lines, Todd" userId="afaf7c3a-e8aa-4568-882a-02ad8f9e19b0" providerId="ADAL" clId="{19433E2F-A7AC-4341-9FA4-5680B2C19CE3}" dt="2025-07-03T22:44:15.552" v="4" actId="14100"/>
        <pc:sldMkLst>
          <pc:docMk/>
          <pc:sldMk cId="3556862412" sldId="341"/>
        </pc:sldMkLst>
      </pc:sldChg>
      <pc:sldChg chg="modSp add mod">
        <pc:chgData name="Lines, Todd" userId="afaf7c3a-e8aa-4568-882a-02ad8f9e19b0" providerId="ADAL" clId="{19433E2F-A7AC-4341-9FA4-5680B2C19CE3}" dt="2025-07-08T19:01:50.896" v="8" actId="20577"/>
        <pc:sldMkLst>
          <pc:docMk/>
          <pc:sldMk cId="0" sldId="4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0A238-A1F3-A736-B7EC-976384423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44D96-A55B-A928-FA20-63E4A8CA4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C9AC2-2E41-F679-20F6-61FA3E57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EFFD9-63A4-95F1-7134-DCBFD68D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4F844-2BD9-532B-E4D1-3F33DCB32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1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EC93-FCFF-CFDD-4100-D50E0A80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215F6-2099-A6FE-C0D9-206B3A538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6C8F4-48C8-E15D-8AB5-925B3112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E466C-D372-8FCB-0A16-17B2B4CB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481E8-CC91-3401-9362-9280BD97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6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E9C1-979D-710B-4456-AAA0751A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E0728-76C2-C078-38CA-8A55CB8E1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8BA47-CD34-1443-A6D8-14A08684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987B6-8B03-4F14-C2E1-305804B1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4784F-CAF1-FD20-5F39-86CEB2E0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0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5969-8546-5A5D-98E8-A16D6293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B9A55-5216-D38F-557F-FA1954B8B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609F8-4D12-CDAF-3FD6-F79D7A487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C9E50-828D-A311-F58C-B827C34C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B2294-7B60-7C60-25EF-1C902882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177C3-1298-0EF5-1901-06C9852C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5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BCB8-D1E4-9777-0011-01FDACDB4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EE2C2-764D-75DD-24B9-73235857A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F8EC7-720F-0895-8799-E66C5E3A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C5139-AC0A-1140-F5E3-2C82F7976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21314-BC77-19B8-7A01-CD1372834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9B0E5-1504-5143-AF1B-473511F7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4D180-29BC-C360-E2B0-D84A10E1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27357-D394-8720-E19D-AE9DC029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55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5D9F-0697-CCB7-3FEF-3509CB62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E8CFCF-3273-D533-141B-912368B9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D8AB2-6BC1-9F0A-B51F-E0F1B74DD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1C1E7-17C5-8427-D5EA-B37DA81B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71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4D47E2-8AE0-57D9-5984-4766A9B4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D9473-9F3D-858F-C6FD-B85F97C9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F62CB-139D-7620-ED42-BC92C36E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6A62-85E3-AB9D-747C-304B08BE0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B5E5-09CA-9B76-386D-31BE81B9E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0C0A9-3DB9-19E8-1253-052B3383B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731DE-A839-8BB8-651B-4A21E4F4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45950-5766-5EB3-3B8B-828778F0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05604-BE60-FAFD-8FF8-5F1A3429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6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A40F-6F03-C9AF-67D8-ABD1A6D8A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5420F2-8849-F0DE-77D0-DAB4E4706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A1F36-4666-8317-F4DF-A0BDE3B83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72E8E-CC8E-F008-00C2-766D03A89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C2C65-7674-57C7-14F0-20B552C5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EBA09-DB23-74C5-4B72-46560157C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4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9FD8-1E16-3358-4807-3F350F3E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AFB8B-13D3-C527-D52A-C0707B477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0F7BA-E6CB-DA75-18B2-FC121253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42CC7-E532-A24A-7C49-43B9C14EF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C6A87-E964-9DFC-DB96-0BEEA57A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17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35719-5A12-AE6C-AC40-EA037C32D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BB5AC-DF35-267D-56A8-A3393CB56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F54E9-849D-5C3D-C92C-E1CAA4C5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C9AF2-12A9-85C9-AF49-F06B243E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8DE94-282E-31B2-D26E-001B0F00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8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4461D-50F6-CB64-1395-874A57780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82433-F1E4-65F2-0F57-8DE47C7B3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47706-E194-0E23-E386-CB12C837B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4FE54-3E4B-43AC-AC6A-78E009FC7A6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406C9-AD06-DC4D-3F26-D8C29CCE9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2DD70-A68A-28AE-68ED-BF50481DB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385CA-F897-4FBD-B109-3933BC61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4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5993-F601-E2E9-268C-C8A5F1C288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20D93-E313-3C42-F245-7695576BCB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8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7975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The useful work that comes from and engine is equal to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-w</a:t>
            </a:r>
            <a:r>
              <a:rPr lang="en-US" baseline="-25000" dirty="0"/>
              <a:t>on the gas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Q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ym typeface="Symbol"/>
              </a:rPr>
              <a:t></a:t>
            </a:r>
            <a:r>
              <a:rPr lang="en-US" dirty="0" err="1">
                <a:sym typeface="Symbol"/>
              </a:rPr>
              <a:t>E</a:t>
            </a:r>
            <a:r>
              <a:rPr lang="en-US" baseline="-25000" dirty="0" err="1">
                <a:sym typeface="Symbol"/>
              </a:rPr>
              <a:t>int</a:t>
            </a:r>
            <a:endParaRPr lang="en-US" dirty="0">
              <a:sym typeface="Symbol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PV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7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8404486" y="2908092"/>
            <a:ext cx="1379095" cy="1094282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7894820" y="1813805"/>
            <a:ext cx="14990" cy="22035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7927299" y="4002374"/>
            <a:ext cx="2081135" cy="24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525075" y="1399081"/>
            <a:ext cx="396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ym typeface="Symbol"/>
              </a:rPr>
              <a:t>P</a:t>
            </a:r>
            <a:endParaRPr lang="en-US" sz="2800" i="1" baseline="-25000" dirty="0"/>
          </a:p>
        </p:txBody>
      </p:sp>
      <p:sp>
        <p:nvSpPr>
          <p:cNvPr id="29" name="TextBox 28"/>
          <p:cNvSpPr txBox="1"/>
          <p:nvPr/>
        </p:nvSpPr>
        <p:spPr>
          <a:xfrm>
            <a:off x="10075902" y="3770025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ym typeface="Symbol"/>
              </a:rPr>
              <a:t>V</a:t>
            </a:r>
            <a:endParaRPr lang="en-US" sz="2800" i="1" baseline="-25000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8404485" y="2908092"/>
            <a:ext cx="140907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9004084" y="2833117"/>
            <a:ext cx="119921" cy="16489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8374501" y="2848111"/>
            <a:ext cx="104932" cy="10493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9726101" y="2850611"/>
            <a:ext cx="104932" cy="10493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204630" y="4027357"/>
            <a:ext cx="375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ym typeface="Symbol"/>
              </a:rPr>
              <a:t>V</a:t>
            </a:r>
            <a:r>
              <a:rPr lang="en-US" sz="2000" i="1" baseline="-25000" dirty="0">
                <a:sym typeface="Symbol"/>
              </a:rPr>
              <a:t>i</a:t>
            </a:r>
            <a:endParaRPr lang="en-US" sz="2000" i="1" baseline="-25000" dirty="0"/>
          </a:p>
        </p:txBody>
      </p:sp>
      <p:sp>
        <p:nvSpPr>
          <p:cNvPr id="39" name="TextBox 38"/>
          <p:cNvSpPr txBox="1"/>
          <p:nvPr/>
        </p:nvSpPr>
        <p:spPr>
          <a:xfrm>
            <a:off x="9556230" y="4029857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sym typeface="Symbol"/>
              </a:rPr>
              <a:t>V</a:t>
            </a:r>
            <a:r>
              <a:rPr lang="en-US" sz="2000" i="1" baseline="-25000" dirty="0" err="1">
                <a:sym typeface="Symbol"/>
              </a:rPr>
              <a:t>f</a:t>
            </a:r>
            <a:endParaRPr lang="en-US" sz="2000" i="1" baseline="-25000" dirty="0"/>
          </a:p>
        </p:txBody>
      </p:sp>
      <p:sp>
        <p:nvSpPr>
          <p:cNvPr id="4" name="Rectangle 3"/>
          <p:cNvSpPr/>
          <p:nvPr/>
        </p:nvSpPr>
        <p:spPr>
          <a:xfrm>
            <a:off x="2655359" y="1949705"/>
            <a:ext cx="3814125" cy="236746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18906" y="2323910"/>
            <a:ext cx="3814125" cy="1619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20984" y="2326056"/>
            <a:ext cx="2413949" cy="1619052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85360" y="2328200"/>
            <a:ext cx="288760" cy="161905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7" idx="1"/>
          </p:cNvCxnSpPr>
          <p:nvPr/>
        </p:nvCxnSpPr>
        <p:spPr>
          <a:xfrm>
            <a:off x="4699531" y="3133436"/>
            <a:ext cx="585829" cy="429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5574121" y="3122713"/>
            <a:ext cx="585829" cy="429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62137" y="2528703"/>
            <a:ext cx="735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rgbClr val="FF0000"/>
                </a:solidFill>
              </a:rPr>
              <a:t>F</a:t>
            </a:r>
            <a:r>
              <a:rPr lang="en-US" sz="2800" i="1" baseline="-25000" dirty="0" err="1">
                <a:solidFill>
                  <a:srgbClr val="FF0000"/>
                </a:solidFill>
              </a:rPr>
              <a:t>gas</a:t>
            </a:r>
            <a:endParaRPr lang="en-US" sz="2800" i="1" baseline="-25000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23978" y="2530848"/>
            <a:ext cx="1206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rgbClr val="FF0000"/>
                </a:solidFill>
              </a:rPr>
              <a:t>F</a:t>
            </a:r>
            <a:r>
              <a:rPr lang="en-US" sz="2800" i="1" baseline="-25000" dirty="0" err="1">
                <a:solidFill>
                  <a:srgbClr val="FF0000"/>
                </a:solidFill>
              </a:rPr>
              <a:t>external</a:t>
            </a:r>
            <a:endParaRPr lang="en-US" sz="2800" i="1" baseline="-2500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27959" y="2317477"/>
            <a:ext cx="288760" cy="161905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512564" y="1808173"/>
            <a:ext cx="785261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26821" y="1244184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ym typeface="Symbol"/>
              </a:rPr>
              <a:t>x</a:t>
            </a:r>
            <a:endParaRPr lang="en-US" sz="2800" i="1" baseline="-25000" dirty="0"/>
          </a:p>
        </p:txBody>
      </p:sp>
      <p:sp>
        <p:nvSpPr>
          <p:cNvPr id="40" name="Right Arrow 39"/>
          <p:cNvSpPr/>
          <p:nvPr/>
        </p:nvSpPr>
        <p:spPr>
          <a:xfrm>
            <a:off x="2468380" y="2695970"/>
            <a:ext cx="772797" cy="900665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1871128" y="2850630"/>
            <a:ext cx="447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ym typeface="Symbol"/>
              </a:rPr>
              <a:t>Q</a:t>
            </a:r>
            <a:endParaRPr lang="en-US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786113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034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49820" y="1783082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34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49820" y="4953001"/>
            <a:ext cx="38862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630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278361" y="182880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6354561" y="4143530"/>
            <a:ext cx="572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5783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16">
            <a:extLst>
              <a:ext uri="{FF2B5EF4-FFF2-40B4-BE49-F238E27FC236}">
                <a16:creationId xmlns:a16="http://schemas.microsoft.com/office/drawing/2014/main" id="{E5E780C5-111B-09CF-507B-5CE016321FCA}"/>
              </a:ext>
            </a:extLst>
          </p:cNvPr>
          <p:cNvSpPr/>
          <p:nvPr/>
        </p:nvSpPr>
        <p:spPr>
          <a:xfrm>
            <a:off x="5802420" y="1805941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85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168" y="112882"/>
            <a:ext cx="10515600" cy="735524"/>
          </a:xfrm>
        </p:spPr>
        <p:txBody>
          <a:bodyPr/>
          <a:lstStyle/>
          <a:p>
            <a:pPr algn="ctr"/>
            <a:r>
              <a:rPr lang="en-US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16" y="1454288"/>
            <a:ext cx="535411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picture shows the Anderson Ranch Dam and Reservoir.</a:t>
            </a:r>
          </a:p>
          <a:p>
            <a:pPr marL="0" indent="0">
              <a:buNone/>
            </a:pPr>
            <a:r>
              <a:rPr lang="en-US" sz="2400" dirty="0"/>
              <a:t>If I take out a cup of water out of the reservoir, how much do the volume and the pressure of the water change?</a:t>
            </a:r>
          </a:p>
          <a:p>
            <a:pPr marL="342900" indent="-342900">
              <a:buAutoNum type="alphaLcParenR"/>
            </a:pPr>
            <a:r>
              <a:rPr lang="en-US" sz="2400" dirty="0"/>
              <a:t>Volume goes up, pressure down</a:t>
            </a:r>
          </a:p>
          <a:p>
            <a:pPr marL="342900" indent="-342900">
              <a:buAutoNum type="alphaLcParenR"/>
            </a:pPr>
            <a:r>
              <a:rPr lang="en-US" sz="2400" dirty="0"/>
              <a:t>Volume goes down pressure goes up</a:t>
            </a:r>
          </a:p>
          <a:p>
            <a:pPr marL="342900" indent="-342900">
              <a:buAutoNum type="alphaLcParenR"/>
            </a:pPr>
            <a:r>
              <a:rPr lang="en-US" sz="2400" dirty="0"/>
              <a:t>Volume goes down pressure goes down</a:t>
            </a:r>
          </a:p>
          <a:p>
            <a:pPr marL="0" indent="0">
              <a:buNone/>
            </a:pPr>
            <a:r>
              <a:rPr lang="en-US" sz="2400" dirty="0"/>
              <a:t>d)  You wouldn’t notice any difference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10158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460" y="1454288"/>
            <a:ext cx="5244280" cy="3520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319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600201"/>
            <a:ext cx="4666343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By how much does the temperature of the hot reservoir change as </a:t>
            </a:r>
            <a:r>
              <a:rPr lang="en-US" dirty="0" err="1"/>
              <a:t>Q</a:t>
            </a:r>
            <a:r>
              <a:rPr lang="en-US" baseline="-25000" dirty="0" err="1"/>
              <a:t>h</a:t>
            </a:r>
            <a:r>
              <a:rPr lang="en-US" dirty="0"/>
              <a:t> leaves?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0K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100K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1000K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15AFFA-1854-C348-AB0D-FEEE5996C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137" y="1352550"/>
            <a:ext cx="3227069" cy="461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65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113E3-B6E1-5911-E537-D5A522943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Limit of the Reservoir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A3CBF-81F5-FCD4-6FE5-FD398CCFA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155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picture shows Lake Ontario.</a:t>
            </a:r>
          </a:p>
          <a:p>
            <a:pPr marL="0" indent="0">
              <a:buNone/>
            </a:pPr>
            <a:r>
              <a:rPr lang="en-US" dirty="0"/>
              <a:t>If I deposit a ton of toxic waste a day a hundred thousand other people also deposit a ton of toxic waste a day into the lake, will it affect the state of the lake?</a:t>
            </a:r>
          </a:p>
          <a:p>
            <a:pPr marL="342900" indent="-342900">
              <a:buAutoNum type="alphaLcParenR"/>
            </a:pPr>
            <a:r>
              <a:rPr lang="en-US" dirty="0"/>
              <a:t>Yes</a:t>
            </a:r>
          </a:p>
          <a:p>
            <a:pPr marL="342900" indent="-342900">
              <a:buAutoNum type="alphaLcParenR"/>
            </a:pPr>
            <a:r>
              <a:rPr lang="en-US" dirty="0"/>
              <a:t>No</a:t>
            </a:r>
          </a:p>
          <a:p>
            <a:pPr marL="342900" indent="-342900">
              <a:buAutoNum type="alphaLcParenR"/>
            </a:pPr>
            <a:r>
              <a:rPr lang="en-US" dirty="0"/>
              <a:t>Maybe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D3A480-F0D9-2709-6433-7A283FCF5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396" y="1825625"/>
            <a:ext cx="6159104" cy="410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57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5450114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What would you call the process shown in the energy transfer diagram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Adiabatic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Isobaric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Isothermal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Impossible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5560" y="1816904"/>
            <a:ext cx="2699489" cy="3852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52344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4738914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does the energy transfer diagram mean?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Heat is turned into useful work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Work is turned into waste energy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Energy is turned into useful work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This is an impossible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816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94475" y="1422399"/>
            <a:ext cx="3652611" cy="4669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7481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123.17.4.5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What would you call the process shown in the energy transfer diagram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Adiabatic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Isobaric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Isothermal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Impossible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464" y="2459851"/>
            <a:ext cx="2264367" cy="2940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8448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72875-D558-9923-ECFA-8F794221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6A1CE7-053D-0612-B8D8-24791D19B243}"/>
              </a:ext>
            </a:extLst>
          </p:cNvPr>
          <p:cNvSpPr/>
          <p:nvPr/>
        </p:nvSpPr>
        <p:spPr>
          <a:xfrm>
            <a:off x="5940280" y="2994816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4DD97E-3C87-0188-689D-FA80315D3EE9}"/>
              </a:ext>
            </a:extLst>
          </p:cNvPr>
          <p:cNvSpPr/>
          <p:nvPr/>
        </p:nvSpPr>
        <p:spPr>
          <a:xfrm>
            <a:off x="5368780" y="1899286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098036-90F4-925C-BE6F-E769963C9EA2}"/>
              </a:ext>
            </a:extLst>
          </p:cNvPr>
          <p:cNvSpPr/>
          <p:nvPr/>
        </p:nvSpPr>
        <p:spPr>
          <a:xfrm>
            <a:off x="4873480" y="2613816"/>
            <a:ext cx="1676400" cy="160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F3418BA-5517-5F58-5906-D20C2A9BF980}"/>
              </a:ext>
            </a:extLst>
          </p:cNvPr>
          <p:cNvSpPr/>
          <p:nvPr/>
        </p:nvSpPr>
        <p:spPr>
          <a:xfrm>
            <a:off x="4949680" y="2690016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Engine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59C717-7903-1F53-0074-09C9FB6574BA}"/>
              </a:ext>
            </a:extLst>
          </p:cNvPr>
          <p:cNvSpPr txBox="1"/>
          <p:nvPr/>
        </p:nvSpPr>
        <p:spPr>
          <a:xfrm>
            <a:off x="6016481" y="1899286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EEEB2A-ECA5-8B63-DD90-06AC1B452763}"/>
              </a:ext>
            </a:extLst>
          </p:cNvPr>
          <p:cNvSpPr txBox="1"/>
          <p:nvPr/>
        </p:nvSpPr>
        <p:spPr>
          <a:xfrm>
            <a:off x="6092681" y="4214016"/>
            <a:ext cx="572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EC6B59-2B4F-6C11-E51F-9EDD02A11D94}"/>
              </a:ext>
            </a:extLst>
          </p:cNvPr>
          <p:cNvSpPr txBox="1"/>
          <p:nvPr/>
        </p:nvSpPr>
        <p:spPr>
          <a:xfrm>
            <a:off x="7143239" y="3100996"/>
            <a:ext cx="1185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W</a:t>
            </a:r>
            <a:r>
              <a:rPr lang="en-US" sz="2800" baseline="-25000" dirty="0" err="1"/>
              <a:t>engine</a:t>
            </a:r>
            <a:endParaRPr lang="en-US" sz="2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2A8470-0D92-B447-9CA2-D68A2B514F42}"/>
              </a:ext>
            </a:extLst>
          </p:cNvPr>
          <p:cNvSpPr/>
          <p:nvPr/>
        </p:nvSpPr>
        <p:spPr>
          <a:xfrm>
            <a:off x="3866505" y="679259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E24A5B-08AC-94E3-5554-36FBFDF3D064}"/>
              </a:ext>
            </a:extLst>
          </p:cNvPr>
          <p:cNvSpPr/>
          <p:nvPr/>
        </p:nvSpPr>
        <p:spPr>
          <a:xfrm>
            <a:off x="3871970" y="1852741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2B7180-9D84-947E-9726-64C31D1B1389}"/>
              </a:ext>
            </a:extLst>
          </p:cNvPr>
          <p:cNvSpPr/>
          <p:nvPr/>
        </p:nvSpPr>
        <p:spPr>
          <a:xfrm>
            <a:off x="3876030" y="5000625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B62020-82F8-668A-A852-26213D2D71A3}"/>
              </a:ext>
            </a:extLst>
          </p:cNvPr>
          <p:cNvSpPr/>
          <p:nvPr/>
        </p:nvSpPr>
        <p:spPr>
          <a:xfrm>
            <a:off x="3871970" y="5000626"/>
            <a:ext cx="38862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16">
            <a:extLst>
              <a:ext uri="{FF2B5EF4-FFF2-40B4-BE49-F238E27FC236}">
                <a16:creationId xmlns:a16="http://schemas.microsoft.com/office/drawing/2014/main" id="{50E9D848-86DE-31A8-55B3-479555F21CF4}"/>
              </a:ext>
            </a:extLst>
          </p:cNvPr>
          <p:cNvSpPr/>
          <p:nvPr/>
        </p:nvSpPr>
        <p:spPr>
          <a:xfrm rot="5400000" flipV="1">
            <a:off x="6640965" y="3035612"/>
            <a:ext cx="381000" cy="663171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16">
            <a:extLst>
              <a:ext uri="{FF2B5EF4-FFF2-40B4-BE49-F238E27FC236}">
                <a16:creationId xmlns:a16="http://schemas.microsoft.com/office/drawing/2014/main" id="{0DF952BC-FD11-5F89-D008-8C532D0A6802}"/>
              </a:ext>
            </a:extLst>
          </p:cNvPr>
          <p:cNvSpPr/>
          <p:nvPr/>
        </p:nvSpPr>
        <p:spPr>
          <a:xfrm rot="10800000" flipV="1">
            <a:off x="5521180" y="189846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16">
            <a:extLst>
              <a:ext uri="{FF2B5EF4-FFF2-40B4-BE49-F238E27FC236}">
                <a16:creationId xmlns:a16="http://schemas.microsoft.com/office/drawing/2014/main" id="{8FF0AEE9-8188-8545-2C02-E01354150054}"/>
              </a:ext>
            </a:extLst>
          </p:cNvPr>
          <p:cNvSpPr/>
          <p:nvPr/>
        </p:nvSpPr>
        <p:spPr>
          <a:xfrm rot="10800000" flipV="1">
            <a:off x="5534274" y="4214016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85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98AF-165D-D611-A2FD-4CAA0B6B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CEE9-1FCE-3F31-4CEA-EABD94B3E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BBFDAB-EC7C-2CF1-D77B-59EFC864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50" y="-43895"/>
            <a:ext cx="6934200" cy="690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817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24150" y="1308100"/>
            <a:ext cx="67437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85872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3469932" y="1565616"/>
            <a:ext cx="36958" cy="35928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3535016" y="5134003"/>
            <a:ext cx="5131018" cy="40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93044" y="934392"/>
            <a:ext cx="4876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>
                <a:sym typeface="Symbol"/>
              </a:rPr>
              <a:t>P</a:t>
            </a:r>
            <a:endParaRPr lang="en-US" sz="4000" i="1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8802397" y="4920059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>
                <a:sym typeface="Symbol"/>
              </a:rPr>
              <a:t>V</a:t>
            </a:r>
            <a:endParaRPr lang="en-US" sz="3600" i="1" baseline="-25000" dirty="0"/>
          </a:p>
        </p:txBody>
      </p:sp>
      <p:sp>
        <p:nvSpPr>
          <p:cNvPr id="17" name="Freeform 16"/>
          <p:cNvSpPr/>
          <p:nvPr/>
        </p:nvSpPr>
        <p:spPr>
          <a:xfrm>
            <a:off x="4716904" y="2041155"/>
            <a:ext cx="2710728" cy="2291003"/>
          </a:xfrm>
          <a:custGeom>
            <a:avLst/>
            <a:gdLst>
              <a:gd name="connsiteX0" fmla="*/ 334780 w 2266013"/>
              <a:gd name="connsiteY0" fmla="*/ 507167 h 2023672"/>
              <a:gd name="connsiteX1" fmla="*/ 769495 w 2266013"/>
              <a:gd name="connsiteY1" fmla="*/ 132413 h 2023672"/>
              <a:gd name="connsiteX2" fmla="*/ 1504013 w 2266013"/>
              <a:gd name="connsiteY2" fmla="*/ 147403 h 2023672"/>
              <a:gd name="connsiteX3" fmla="*/ 2223541 w 2266013"/>
              <a:gd name="connsiteY3" fmla="*/ 1016832 h 2023672"/>
              <a:gd name="connsiteX4" fmla="*/ 1758846 w 2266013"/>
              <a:gd name="connsiteY4" fmla="*/ 1901252 h 2023672"/>
              <a:gd name="connsiteX5" fmla="*/ 259829 w 2266013"/>
              <a:gd name="connsiteY5" fmla="*/ 1751350 h 2023672"/>
              <a:gd name="connsiteX6" fmla="*/ 199869 w 2266013"/>
              <a:gd name="connsiteY6" fmla="*/ 776990 h 2023672"/>
              <a:gd name="connsiteX7" fmla="*/ 334780 w 2266013"/>
              <a:gd name="connsiteY7" fmla="*/ 507167 h 202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6013" h="2023672">
                <a:moveTo>
                  <a:pt x="334780" y="507167"/>
                </a:moveTo>
                <a:cubicBezTo>
                  <a:pt x="429718" y="399738"/>
                  <a:pt x="574623" y="192374"/>
                  <a:pt x="769495" y="132413"/>
                </a:cubicBezTo>
                <a:cubicBezTo>
                  <a:pt x="964367" y="72452"/>
                  <a:pt x="1261672" y="0"/>
                  <a:pt x="1504013" y="147403"/>
                </a:cubicBezTo>
                <a:cubicBezTo>
                  <a:pt x="1746354" y="294806"/>
                  <a:pt x="2181069" y="724524"/>
                  <a:pt x="2223541" y="1016832"/>
                </a:cubicBezTo>
                <a:cubicBezTo>
                  <a:pt x="2266013" y="1309140"/>
                  <a:pt x="2086131" y="1778832"/>
                  <a:pt x="1758846" y="1901252"/>
                </a:cubicBezTo>
                <a:cubicBezTo>
                  <a:pt x="1431561" y="2023672"/>
                  <a:pt x="519658" y="1938727"/>
                  <a:pt x="259829" y="1751350"/>
                </a:cubicBezTo>
                <a:cubicBezTo>
                  <a:pt x="0" y="1563973"/>
                  <a:pt x="179882" y="984354"/>
                  <a:pt x="199869" y="776990"/>
                </a:cubicBezTo>
                <a:cubicBezTo>
                  <a:pt x="219856" y="569626"/>
                  <a:pt x="239842" y="614596"/>
                  <a:pt x="334780" y="507167"/>
                </a:cubicBezTo>
                <a:close/>
              </a:path>
            </a:pathLst>
          </a:custGeom>
          <a:solidFill>
            <a:srgbClr val="FFFF66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 rot="5400000">
            <a:off x="6060918" y="2003571"/>
            <a:ext cx="258461" cy="23144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862451" y="2712361"/>
            <a:ext cx="184244" cy="1957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211581" y="3027994"/>
            <a:ext cx="1916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W</a:t>
            </a:r>
            <a:r>
              <a:rPr lang="en-US" sz="2800" baseline="-25000" dirty="0" err="1"/>
              <a:t>eng</a:t>
            </a:r>
            <a:r>
              <a:rPr lang="en-US" sz="2800" dirty="0"/>
              <a:t> = Area</a:t>
            </a:r>
          </a:p>
        </p:txBody>
      </p:sp>
    </p:spTree>
    <p:extLst>
      <p:ext uri="{BB962C8B-B14F-4D97-AF65-F5344CB8AC3E}">
        <p14:creationId xmlns:p14="http://schemas.microsoft.com/office/powerpoint/2010/main" val="2774509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CEF9B3-9161-46FB-86BC-7899ECBE4F1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02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123.17.5</a:t>
            </a:r>
          </a:p>
        </p:txBody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dirty="0"/>
              <a:t>Suppose I tell you I have an engine that has and efficiency e=</a:t>
            </a:r>
            <a:r>
              <a:rPr lang="en-US" dirty="0">
                <a:sym typeface="Symbol" panose="05050102010706020507" pitchFamily="18" charset="2"/>
              </a:rPr>
              <a:t></a:t>
            </a:r>
            <a:r>
              <a:rPr lang="en-US" dirty="0"/>
              <a:t>=1, what is Q</a:t>
            </a:r>
            <a:r>
              <a:rPr lang="en-US" baseline="-25000" dirty="0"/>
              <a:t>c</a:t>
            </a:r>
            <a:r>
              <a:rPr lang="en-US" dirty="0"/>
              <a:t> for this engine?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0</a:t>
            </a:r>
          </a:p>
          <a:p>
            <a:pPr marL="609600" indent="-609600">
              <a:buFontTx/>
              <a:buAutoNum type="alphaLcParenR"/>
            </a:pPr>
            <a:r>
              <a:rPr lang="en-US" dirty="0" err="1"/>
              <a:t>W</a:t>
            </a:r>
            <a:r>
              <a:rPr lang="en-US" baseline="-25000" dirty="0" err="1"/>
              <a:t>eng</a:t>
            </a:r>
            <a:r>
              <a:rPr lang="en-US" dirty="0"/>
              <a:t>+ </a:t>
            </a:r>
            <a:r>
              <a:rPr lang="en-US" dirty="0" err="1"/>
              <a:t>Q</a:t>
            </a:r>
            <a:r>
              <a:rPr lang="en-US" baseline="-25000" dirty="0" err="1"/>
              <a:t>h</a:t>
            </a:r>
            <a:endParaRPr lang="en-US" baseline="-25000" dirty="0"/>
          </a:p>
          <a:p>
            <a:pPr marL="609600" indent="-609600">
              <a:buFontTx/>
              <a:buAutoNum type="alphaLcParenR"/>
            </a:pPr>
            <a:r>
              <a:rPr lang="en-US" dirty="0" err="1"/>
              <a:t>W</a:t>
            </a:r>
            <a:r>
              <a:rPr lang="en-US" baseline="-25000" dirty="0" err="1"/>
              <a:t>eng</a:t>
            </a:r>
            <a:r>
              <a:rPr lang="en-US" dirty="0"/>
              <a:t>- </a:t>
            </a:r>
            <a:r>
              <a:rPr lang="en-US" dirty="0" err="1"/>
              <a:t>Q</a:t>
            </a:r>
            <a:r>
              <a:rPr lang="en-US" baseline="-25000" dirty="0" err="1"/>
              <a:t>h</a:t>
            </a:r>
            <a:endParaRPr lang="en-US" baseline="-25000" dirty="0"/>
          </a:p>
          <a:p>
            <a:pPr marL="609600" indent="-609600">
              <a:buFontTx/>
              <a:buAutoNum type="alphaLcParenR"/>
            </a:pPr>
            <a:r>
              <a:rPr lang="en-US" dirty="0"/>
              <a:t> </a:t>
            </a:r>
            <a:r>
              <a:rPr lang="en-US" dirty="0" err="1"/>
              <a:t>W</a:t>
            </a:r>
            <a:r>
              <a:rPr lang="en-US" baseline="-25000" dirty="0" err="1"/>
              <a:t>eng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5962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74AA1F-8560-4DAC-BC73-994692E9795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03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123.17.6</a:t>
            </a:r>
          </a:p>
        </p:txBody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dirty="0"/>
              <a:t>If I tell you I have a heat engine which operates with Q</a:t>
            </a:r>
            <a:r>
              <a:rPr lang="en-US" baseline="-25000" dirty="0"/>
              <a:t>c</a:t>
            </a:r>
            <a:r>
              <a:rPr lang="en-US" dirty="0"/>
              <a:t> = 0, what should you do?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Buy Stock in my company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See if you can get your hands on the secret plans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Applaud the wonderful engineering achievement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Tell me I am lying (Kindly, this is BYU-I)</a:t>
            </a:r>
          </a:p>
        </p:txBody>
      </p:sp>
    </p:spTree>
    <p:extLst>
      <p:ext uri="{BB962C8B-B14F-4D97-AF65-F5344CB8AC3E}">
        <p14:creationId xmlns:p14="http://schemas.microsoft.com/office/powerpoint/2010/main" val="3080544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D08FD7-F674-478A-8D42-6C695335457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01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123.17.7</a:t>
            </a:r>
            <a:endParaRPr lang="en-US" dirty="0"/>
          </a:p>
        </p:txBody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dirty="0"/>
              <a:t>It is a hot day. You don’t have and air conditioner, but you have a refrigerator. You open the door of the fridge. The air in your apartment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Gets cooler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Gets hotter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Stays the same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Can’t tell</a:t>
            </a:r>
          </a:p>
        </p:txBody>
      </p:sp>
    </p:spTree>
    <p:extLst>
      <p:ext uri="{BB962C8B-B14F-4D97-AF65-F5344CB8AC3E}">
        <p14:creationId xmlns:p14="http://schemas.microsoft.com/office/powerpoint/2010/main" val="605055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478310" y="292433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034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49820" y="1783082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34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49820" y="4953001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630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35360" y="2543330"/>
            <a:ext cx="1676400" cy="160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211560" y="2619530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Refrigerator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361" y="182880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6354561" y="4143530"/>
            <a:ext cx="572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8" name="Down Arrow 17"/>
          <p:cNvSpPr/>
          <p:nvPr/>
        </p:nvSpPr>
        <p:spPr>
          <a:xfrm rot="16200000">
            <a:off x="4494557" y="2987414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792490" y="303051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</a:t>
            </a:r>
          </a:p>
        </p:txBody>
      </p:sp>
      <p:sp>
        <p:nvSpPr>
          <p:cNvPr id="2" name="Down Arrow 16">
            <a:extLst>
              <a:ext uri="{FF2B5EF4-FFF2-40B4-BE49-F238E27FC236}">
                <a16:creationId xmlns:a16="http://schemas.microsoft.com/office/drawing/2014/main" id="{E9EC9EF4-065C-EF3D-AC57-D39002AFA233}"/>
              </a:ext>
            </a:extLst>
          </p:cNvPr>
          <p:cNvSpPr/>
          <p:nvPr/>
        </p:nvSpPr>
        <p:spPr>
          <a:xfrm flipV="1">
            <a:off x="5811375" y="4499109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16">
            <a:extLst>
              <a:ext uri="{FF2B5EF4-FFF2-40B4-BE49-F238E27FC236}">
                <a16:creationId xmlns:a16="http://schemas.microsoft.com/office/drawing/2014/main" id="{6960B83B-42DE-CE17-A10C-2E37FDC5C5DE}"/>
              </a:ext>
            </a:extLst>
          </p:cNvPr>
          <p:cNvSpPr/>
          <p:nvPr/>
        </p:nvSpPr>
        <p:spPr>
          <a:xfrm flipV="1">
            <a:off x="5803303" y="2106656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62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197EDF6-4CAE-586E-BCE3-985300922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038" y="1027906"/>
            <a:ext cx="41954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19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03C243-F9B7-F998-8C27-D340AF9716C1}"/>
              </a:ext>
            </a:extLst>
          </p:cNvPr>
          <p:cNvSpPr/>
          <p:nvPr/>
        </p:nvSpPr>
        <p:spPr>
          <a:xfrm>
            <a:off x="3725969" y="7239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CDD34F-36D9-2226-3845-DF330B0F191E}"/>
              </a:ext>
            </a:extLst>
          </p:cNvPr>
          <p:cNvSpPr/>
          <p:nvPr/>
        </p:nvSpPr>
        <p:spPr>
          <a:xfrm>
            <a:off x="3740959" y="1897382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C7062-C16D-16F7-8EEF-951C1FF1AD28}"/>
              </a:ext>
            </a:extLst>
          </p:cNvPr>
          <p:cNvSpPr/>
          <p:nvPr/>
        </p:nvSpPr>
        <p:spPr>
          <a:xfrm>
            <a:off x="3725969" y="50673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D07854-1172-A430-29B1-582354AC5EF2}"/>
              </a:ext>
            </a:extLst>
          </p:cNvPr>
          <p:cNvSpPr/>
          <p:nvPr/>
        </p:nvSpPr>
        <p:spPr>
          <a:xfrm>
            <a:off x="3740959" y="5067301"/>
            <a:ext cx="38862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3213E4-0715-0567-CB72-95F6E1311FDC}"/>
              </a:ext>
            </a:extLst>
          </p:cNvPr>
          <p:cNvSpPr/>
          <p:nvPr/>
        </p:nvSpPr>
        <p:spPr>
          <a:xfrm>
            <a:off x="5321799" y="19431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48648-BEB0-3C18-CF9C-9CA834C74959}"/>
              </a:ext>
            </a:extLst>
          </p:cNvPr>
          <p:cNvSpPr txBox="1"/>
          <p:nvPr/>
        </p:nvSpPr>
        <p:spPr>
          <a:xfrm>
            <a:off x="5969500" y="194310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B15485-10FE-293A-E834-996B5095F518}"/>
              </a:ext>
            </a:extLst>
          </p:cNvPr>
          <p:cNvSpPr txBox="1"/>
          <p:nvPr/>
        </p:nvSpPr>
        <p:spPr>
          <a:xfrm>
            <a:off x="6045700" y="4257830"/>
            <a:ext cx="572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8" name="Down Arrow 16">
            <a:extLst>
              <a:ext uri="{FF2B5EF4-FFF2-40B4-BE49-F238E27FC236}">
                <a16:creationId xmlns:a16="http://schemas.microsoft.com/office/drawing/2014/main" id="{E130E7F3-C534-FA02-35A1-F0B9153FBF06}"/>
              </a:ext>
            </a:extLst>
          </p:cNvPr>
          <p:cNvSpPr/>
          <p:nvPr/>
        </p:nvSpPr>
        <p:spPr>
          <a:xfrm flipV="1">
            <a:off x="5474199" y="42578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6">
            <a:extLst>
              <a:ext uri="{FF2B5EF4-FFF2-40B4-BE49-F238E27FC236}">
                <a16:creationId xmlns:a16="http://schemas.microsoft.com/office/drawing/2014/main" id="{14C61192-2303-B963-6DB1-071BFA380B63}"/>
              </a:ext>
            </a:extLst>
          </p:cNvPr>
          <p:cNvSpPr/>
          <p:nvPr/>
        </p:nvSpPr>
        <p:spPr>
          <a:xfrm flipV="1">
            <a:off x="5493559" y="1920241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62FD9C-D344-61D5-4B79-8BCBC27ED58F}"/>
              </a:ext>
            </a:extLst>
          </p:cNvPr>
          <p:cNvSpPr/>
          <p:nvPr/>
        </p:nvSpPr>
        <p:spPr>
          <a:xfrm>
            <a:off x="3725969" y="7239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D527B8-F14C-B25C-D283-E234DA9209AA}"/>
              </a:ext>
            </a:extLst>
          </p:cNvPr>
          <p:cNvSpPr/>
          <p:nvPr/>
        </p:nvSpPr>
        <p:spPr>
          <a:xfrm>
            <a:off x="3740959" y="1897382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D1C247-079D-B0A8-0E14-1FF7EDF88510}"/>
              </a:ext>
            </a:extLst>
          </p:cNvPr>
          <p:cNvSpPr/>
          <p:nvPr/>
        </p:nvSpPr>
        <p:spPr>
          <a:xfrm>
            <a:off x="3725969" y="50673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72FF43-8781-4B39-F850-C9EFA96D96C3}"/>
              </a:ext>
            </a:extLst>
          </p:cNvPr>
          <p:cNvSpPr/>
          <p:nvPr/>
        </p:nvSpPr>
        <p:spPr>
          <a:xfrm>
            <a:off x="3740959" y="5067301"/>
            <a:ext cx="38862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95E15-0DA8-2D1A-9101-6048F8C64939}"/>
              </a:ext>
            </a:extLst>
          </p:cNvPr>
          <p:cNvSpPr/>
          <p:nvPr/>
        </p:nvSpPr>
        <p:spPr>
          <a:xfrm>
            <a:off x="5321799" y="19431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9DECC-911A-35BD-94EC-B53A0E5AC6F6}"/>
              </a:ext>
            </a:extLst>
          </p:cNvPr>
          <p:cNvSpPr txBox="1"/>
          <p:nvPr/>
        </p:nvSpPr>
        <p:spPr>
          <a:xfrm>
            <a:off x="5969500" y="194310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8117FE-B115-4E93-1142-A932A9883749}"/>
              </a:ext>
            </a:extLst>
          </p:cNvPr>
          <p:cNvSpPr txBox="1"/>
          <p:nvPr/>
        </p:nvSpPr>
        <p:spPr>
          <a:xfrm>
            <a:off x="6045700" y="4257830"/>
            <a:ext cx="572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9" name="Down Arrow 16">
            <a:extLst>
              <a:ext uri="{FF2B5EF4-FFF2-40B4-BE49-F238E27FC236}">
                <a16:creationId xmlns:a16="http://schemas.microsoft.com/office/drawing/2014/main" id="{BC6B97AA-D939-6000-0B3A-AEEDDBBEB330}"/>
              </a:ext>
            </a:extLst>
          </p:cNvPr>
          <p:cNvSpPr/>
          <p:nvPr/>
        </p:nvSpPr>
        <p:spPr>
          <a:xfrm flipV="1">
            <a:off x="5474199" y="42578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6">
            <a:extLst>
              <a:ext uri="{FF2B5EF4-FFF2-40B4-BE49-F238E27FC236}">
                <a16:creationId xmlns:a16="http://schemas.microsoft.com/office/drawing/2014/main" id="{3644C5FD-ABBF-9482-6461-75BE5B5D8CCA}"/>
              </a:ext>
            </a:extLst>
          </p:cNvPr>
          <p:cNvSpPr/>
          <p:nvPr/>
        </p:nvSpPr>
        <p:spPr>
          <a:xfrm flipV="1">
            <a:off x="5493559" y="1920241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&quot;No&quot; Symbol 11"/>
          <p:cNvSpPr/>
          <p:nvPr/>
        </p:nvSpPr>
        <p:spPr>
          <a:xfrm>
            <a:off x="2720379" y="670810"/>
            <a:ext cx="5546360" cy="5516380"/>
          </a:xfrm>
          <a:prstGeom prst="noSmoking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08290" y="293932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630660" y="2938073"/>
            <a:ext cx="685800" cy="201492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54561" y="4143530"/>
            <a:ext cx="572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3702549" y="303051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A7AB20-FA4B-8D22-1468-6A75E04616AD}"/>
              </a:ext>
            </a:extLst>
          </p:cNvPr>
          <p:cNvSpPr/>
          <p:nvPr/>
        </p:nvSpPr>
        <p:spPr>
          <a:xfrm>
            <a:off x="4049820" y="563881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930F4-445E-B3C9-56E7-4A036464A45E}"/>
              </a:ext>
            </a:extLst>
          </p:cNvPr>
          <p:cNvSpPr/>
          <p:nvPr/>
        </p:nvSpPr>
        <p:spPr>
          <a:xfrm>
            <a:off x="4049820" y="1775116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89B57E-7FF7-19E0-B090-1C187EE39E2C}"/>
              </a:ext>
            </a:extLst>
          </p:cNvPr>
          <p:cNvSpPr/>
          <p:nvPr/>
        </p:nvSpPr>
        <p:spPr>
          <a:xfrm>
            <a:off x="4049820" y="4983576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926ADD-EE36-3AE4-30E9-27A898C1107A}"/>
              </a:ext>
            </a:extLst>
          </p:cNvPr>
          <p:cNvSpPr/>
          <p:nvPr/>
        </p:nvSpPr>
        <p:spPr>
          <a:xfrm>
            <a:off x="4049820" y="4947382"/>
            <a:ext cx="38862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6">
            <a:extLst>
              <a:ext uri="{FF2B5EF4-FFF2-40B4-BE49-F238E27FC236}">
                <a16:creationId xmlns:a16="http://schemas.microsoft.com/office/drawing/2014/main" id="{B0517387-98A3-4DC9-38DE-8D549E7C8552}"/>
              </a:ext>
            </a:extLst>
          </p:cNvPr>
          <p:cNvSpPr/>
          <p:nvPr/>
        </p:nvSpPr>
        <p:spPr>
          <a:xfrm rot="10800000" flipV="1">
            <a:off x="5802420" y="417654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6">
            <a:extLst>
              <a:ext uri="{FF2B5EF4-FFF2-40B4-BE49-F238E27FC236}">
                <a16:creationId xmlns:a16="http://schemas.microsoft.com/office/drawing/2014/main" id="{F51690E1-3EA5-422C-F597-CC431A63FCA5}"/>
              </a:ext>
            </a:extLst>
          </p:cNvPr>
          <p:cNvSpPr/>
          <p:nvPr/>
        </p:nvSpPr>
        <p:spPr>
          <a:xfrm rot="5400000" flipV="1">
            <a:off x="4557705" y="3014769"/>
            <a:ext cx="381000" cy="663171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202160" y="293932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630660" y="1828813"/>
            <a:ext cx="685800" cy="18737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54561" y="1924986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7689932" y="309047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D25AC7-CC95-FDAC-414F-3CE79AFE31E7}"/>
              </a:ext>
            </a:extLst>
          </p:cNvPr>
          <p:cNvSpPr/>
          <p:nvPr/>
        </p:nvSpPr>
        <p:spPr>
          <a:xfrm>
            <a:off x="4049820" y="614872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95B302-D3A3-7514-E382-22D84F1736DC}"/>
              </a:ext>
            </a:extLst>
          </p:cNvPr>
          <p:cNvSpPr/>
          <p:nvPr/>
        </p:nvSpPr>
        <p:spPr>
          <a:xfrm>
            <a:off x="4055285" y="1788354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46E6E2-C64D-842E-8E66-1DB5A3EFE88F}"/>
              </a:ext>
            </a:extLst>
          </p:cNvPr>
          <p:cNvSpPr/>
          <p:nvPr/>
        </p:nvSpPr>
        <p:spPr>
          <a:xfrm>
            <a:off x="4034830" y="4870087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0F13E2-EA26-2C81-01E4-9E950FCFF85E}"/>
              </a:ext>
            </a:extLst>
          </p:cNvPr>
          <p:cNvSpPr/>
          <p:nvPr/>
        </p:nvSpPr>
        <p:spPr>
          <a:xfrm>
            <a:off x="4049820" y="4870088"/>
            <a:ext cx="38862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6">
            <a:extLst>
              <a:ext uri="{FF2B5EF4-FFF2-40B4-BE49-F238E27FC236}">
                <a16:creationId xmlns:a16="http://schemas.microsoft.com/office/drawing/2014/main" id="{3BE1031B-11C2-C01E-2148-91C8CAA9F720}"/>
              </a:ext>
            </a:extLst>
          </p:cNvPr>
          <p:cNvSpPr/>
          <p:nvPr/>
        </p:nvSpPr>
        <p:spPr>
          <a:xfrm rot="10800000" flipV="1">
            <a:off x="5783060" y="1828812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16">
            <a:extLst>
              <a:ext uri="{FF2B5EF4-FFF2-40B4-BE49-F238E27FC236}">
                <a16:creationId xmlns:a16="http://schemas.microsoft.com/office/drawing/2014/main" id="{16F99E39-CB14-B824-8A89-AD3BA1EA5FBF}"/>
              </a:ext>
            </a:extLst>
          </p:cNvPr>
          <p:cNvSpPr/>
          <p:nvPr/>
        </p:nvSpPr>
        <p:spPr>
          <a:xfrm rot="5400000" flipV="1">
            <a:off x="7074652" y="2949385"/>
            <a:ext cx="381000" cy="663171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&quot;No&quot; Symbol 12"/>
          <p:cNvSpPr/>
          <p:nvPr/>
        </p:nvSpPr>
        <p:spPr>
          <a:xfrm>
            <a:off x="3298060" y="642237"/>
            <a:ext cx="5546360" cy="5516380"/>
          </a:xfrm>
          <a:prstGeom prst="noSmoking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1EEED-05A6-DB26-36D1-7E4A6E640F0C}"/>
              </a:ext>
            </a:extLst>
          </p:cNvPr>
          <p:cNvSpPr/>
          <p:nvPr/>
        </p:nvSpPr>
        <p:spPr>
          <a:xfrm>
            <a:off x="6202160" y="293932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A9456A-0724-6D15-8023-19950D690EAA}"/>
              </a:ext>
            </a:extLst>
          </p:cNvPr>
          <p:cNvSpPr/>
          <p:nvPr/>
        </p:nvSpPr>
        <p:spPr>
          <a:xfrm>
            <a:off x="5630660" y="1828813"/>
            <a:ext cx="685800" cy="18737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040AD-50B9-888E-4515-F1B79E8ACA31}"/>
              </a:ext>
            </a:extLst>
          </p:cNvPr>
          <p:cNvSpPr txBox="1"/>
          <p:nvPr/>
        </p:nvSpPr>
        <p:spPr>
          <a:xfrm>
            <a:off x="6354561" y="1924986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9D80FC-8F1C-5B0C-B23C-9B3789B8E7F6}"/>
              </a:ext>
            </a:extLst>
          </p:cNvPr>
          <p:cNvSpPr txBox="1"/>
          <p:nvPr/>
        </p:nvSpPr>
        <p:spPr>
          <a:xfrm>
            <a:off x="7689932" y="309047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FB877B-5B06-B8C1-C6F4-5281834154F4}"/>
              </a:ext>
            </a:extLst>
          </p:cNvPr>
          <p:cNvSpPr/>
          <p:nvPr/>
        </p:nvSpPr>
        <p:spPr>
          <a:xfrm>
            <a:off x="4049820" y="614872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3916D3-5D45-A79E-5FC7-1D28C72C3128}"/>
              </a:ext>
            </a:extLst>
          </p:cNvPr>
          <p:cNvSpPr/>
          <p:nvPr/>
        </p:nvSpPr>
        <p:spPr>
          <a:xfrm>
            <a:off x="4055285" y="1788354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C9126A-E345-1D3B-7A12-73F2A317FD49}"/>
              </a:ext>
            </a:extLst>
          </p:cNvPr>
          <p:cNvSpPr/>
          <p:nvPr/>
        </p:nvSpPr>
        <p:spPr>
          <a:xfrm>
            <a:off x="4034830" y="4870087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AA8346-D985-A1B2-9F9F-EAD9C582C794}"/>
              </a:ext>
            </a:extLst>
          </p:cNvPr>
          <p:cNvSpPr/>
          <p:nvPr/>
        </p:nvSpPr>
        <p:spPr>
          <a:xfrm>
            <a:off x="4049820" y="4870088"/>
            <a:ext cx="38862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16">
            <a:extLst>
              <a:ext uri="{FF2B5EF4-FFF2-40B4-BE49-F238E27FC236}">
                <a16:creationId xmlns:a16="http://schemas.microsoft.com/office/drawing/2014/main" id="{9EBE2AA0-D561-5949-1EB7-E4AE724AC400}"/>
              </a:ext>
            </a:extLst>
          </p:cNvPr>
          <p:cNvSpPr/>
          <p:nvPr/>
        </p:nvSpPr>
        <p:spPr>
          <a:xfrm rot="10800000" flipV="1">
            <a:off x="5783060" y="1828812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16">
            <a:extLst>
              <a:ext uri="{FF2B5EF4-FFF2-40B4-BE49-F238E27FC236}">
                <a16:creationId xmlns:a16="http://schemas.microsoft.com/office/drawing/2014/main" id="{977F4217-CA21-35CC-1DB1-93375A177A29}"/>
              </a:ext>
            </a:extLst>
          </p:cNvPr>
          <p:cNvSpPr/>
          <p:nvPr/>
        </p:nvSpPr>
        <p:spPr>
          <a:xfrm rot="5400000" flipV="1">
            <a:off x="7074652" y="2949385"/>
            <a:ext cx="381000" cy="663171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202160" y="292433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630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35360" y="2543330"/>
            <a:ext cx="1676400" cy="160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211560" y="2619530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361" y="182880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6354561" y="4143530"/>
            <a:ext cx="572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7405119" y="3030510"/>
            <a:ext cx="1185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W</a:t>
            </a:r>
            <a:r>
              <a:rPr lang="en-US" sz="2800" baseline="-25000" dirty="0" err="1"/>
              <a:t>engine</a:t>
            </a:r>
            <a:endParaRPr lang="en-US" sz="2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392302-1BD1-0AAF-E55F-F7C2AA0F390B}"/>
              </a:ext>
            </a:extLst>
          </p:cNvPr>
          <p:cNvSpPr/>
          <p:nvPr/>
        </p:nvSpPr>
        <p:spPr>
          <a:xfrm>
            <a:off x="4128385" y="608773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895F3E-F68D-AAC4-8287-B00F2A8F7144}"/>
              </a:ext>
            </a:extLst>
          </p:cNvPr>
          <p:cNvSpPr/>
          <p:nvPr/>
        </p:nvSpPr>
        <p:spPr>
          <a:xfrm>
            <a:off x="4133850" y="1782255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64CD5C-7861-37BA-F839-122CAD90B482}"/>
              </a:ext>
            </a:extLst>
          </p:cNvPr>
          <p:cNvSpPr/>
          <p:nvPr/>
        </p:nvSpPr>
        <p:spPr>
          <a:xfrm>
            <a:off x="4137910" y="4930139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7BFEB6-7858-B2E5-E41B-BC2D0614D2E0}"/>
              </a:ext>
            </a:extLst>
          </p:cNvPr>
          <p:cNvSpPr/>
          <p:nvPr/>
        </p:nvSpPr>
        <p:spPr>
          <a:xfrm>
            <a:off x="4133850" y="4930140"/>
            <a:ext cx="38862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16">
            <a:extLst>
              <a:ext uri="{FF2B5EF4-FFF2-40B4-BE49-F238E27FC236}">
                <a16:creationId xmlns:a16="http://schemas.microsoft.com/office/drawing/2014/main" id="{3CA628EB-892B-C5C0-7FFA-0AE0CA760C7E}"/>
              </a:ext>
            </a:extLst>
          </p:cNvPr>
          <p:cNvSpPr/>
          <p:nvPr/>
        </p:nvSpPr>
        <p:spPr>
          <a:xfrm rot="5400000" flipV="1">
            <a:off x="6902845" y="2965126"/>
            <a:ext cx="381000" cy="663171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16">
            <a:extLst>
              <a:ext uri="{FF2B5EF4-FFF2-40B4-BE49-F238E27FC236}">
                <a16:creationId xmlns:a16="http://schemas.microsoft.com/office/drawing/2014/main" id="{F2962DFD-6CAD-B027-C0CB-02BC8A3EE061}"/>
              </a:ext>
            </a:extLst>
          </p:cNvPr>
          <p:cNvSpPr/>
          <p:nvPr/>
        </p:nvSpPr>
        <p:spPr>
          <a:xfrm rot="10800000" flipV="1">
            <a:off x="5783060" y="1827974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16">
            <a:extLst>
              <a:ext uri="{FF2B5EF4-FFF2-40B4-BE49-F238E27FC236}">
                <a16:creationId xmlns:a16="http://schemas.microsoft.com/office/drawing/2014/main" id="{4BE3B1DA-241A-8965-01BF-DA0BE633B092}"/>
              </a:ext>
            </a:extLst>
          </p:cNvPr>
          <p:cNvSpPr/>
          <p:nvPr/>
        </p:nvSpPr>
        <p:spPr>
          <a:xfrm rot="10800000" flipV="1">
            <a:off x="5796154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60DA63-2BDA-CAEA-857C-FD4C88C08F3F}"/>
              </a:ext>
            </a:extLst>
          </p:cNvPr>
          <p:cNvSpPr/>
          <p:nvPr/>
        </p:nvSpPr>
        <p:spPr>
          <a:xfrm>
            <a:off x="6202160" y="292433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8FB4E2-DD1B-C357-49F7-56D7D40D2DAF}"/>
              </a:ext>
            </a:extLst>
          </p:cNvPr>
          <p:cNvSpPr/>
          <p:nvPr/>
        </p:nvSpPr>
        <p:spPr>
          <a:xfrm>
            <a:off x="5630660" y="1828800"/>
            <a:ext cx="685800" cy="205565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50B14A-15D2-CDEB-0FB8-EB2FA26BCAB4}"/>
              </a:ext>
            </a:extLst>
          </p:cNvPr>
          <p:cNvSpPr/>
          <p:nvPr/>
        </p:nvSpPr>
        <p:spPr>
          <a:xfrm>
            <a:off x="5135360" y="2543330"/>
            <a:ext cx="1676400" cy="160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342785-3F46-C957-62DB-DCAE43DE04E8}"/>
              </a:ext>
            </a:extLst>
          </p:cNvPr>
          <p:cNvSpPr/>
          <p:nvPr/>
        </p:nvSpPr>
        <p:spPr>
          <a:xfrm>
            <a:off x="5211560" y="2619530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Engine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DB61C-E009-2FD3-CF1E-C073AC2B37EF}"/>
              </a:ext>
            </a:extLst>
          </p:cNvPr>
          <p:cNvSpPr txBox="1"/>
          <p:nvPr/>
        </p:nvSpPr>
        <p:spPr>
          <a:xfrm>
            <a:off x="6278361" y="182880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571BB9-ECE3-F967-E1FE-355AA9F2593C}"/>
              </a:ext>
            </a:extLst>
          </p:cNvPr>
          <p:cNvSpPr txBox="1"/>
          <p:nvPr/>
        </p:nvSpPr>
        <p:spPr>
          <a:xfrm>
            <a:off x="7405119" y="3030510"/>
            <a:ext cx="1185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W</a:t>
            </a:r>
            <a:r>
              <a:rPr lang="en-US" sz="2800" baseline="-25000" dirty="0" err="1"/>
              <a:t>engine</a:t>
            </a:r>
            <a:endParaRPr lang="en-US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98AA21-33E6-EFF8-8C42-9B293549EC56}"/>
              </a:ext>
            </a:extLst>
          </p:cNvPr>
          <p:cNvSpPr/>
          <p:nvPr/>
        </p:nvSpPr>
        <p:spPr>
          <a:xfrm>
            <a:off x="4128385" y="608773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C4042-AD19-92FB-6AD7-DAE87DFBC95F}"/>
              </a:ext>
            </a:extLst>
          </p:cNvPr>
          <p:cNvSpPr/>
          <p:nvPr/>
        </p:nvSpPr>
        <p:spPr>
          <a:xfrm>
            <a:off x="4133850" y="1782255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40253B-357C-8C35-BABA-1408EC8F7276}"/>
              </a:ext>
            </a:extLst>
          </p:cNvPr>
          <p:cNvSpPr/>
          <p:nvPr/>
        </p:nvSpPr>
        <p:spPr>
          <a:xfrm>
            <a:off x="4137910" y="4930139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4C2B0-98AA-69D7-03DF-94FCE3CD3543}"/>
              </a:ext>
            </a:extLst>
          </p:cNvPr>
          <p:cNvSpPr/>
          <p:nvPr/>
        </p:nvSpPr>
        <p:spPr>
          <a:xfrm>
            <a:off x="4133850" y="4930140"/>
            <a:ext cx="38862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6">
            <a:extLst>
              <a:ext uri="{FF2B5EF4-FFF2-40B4-BE49-F238E27FC236}">
                <a16:creationId xmlns:a16="http://schemas.microsoft.com/office/drawing/2014/main" id="{25D69E0E-DEE7-DF13-557B-F6ED19DF89F3}"/>
              </a:ext>
            </a:extLst>
          </p:cNvPr>
          <p:cNvSpPr/>
          <p:nvPr/>
        </p:nvSpPr>
        <p:spPr>
          <a:xfrm rot="5400000" flipV="1">
            <a:off x="6902845" y="2965126"/>
            <a:ext cx="381000" cy="663171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6">
            <a:extLst>
              <a:ext uri="{FF2B5EF4-FFF2-40B4-BE49-F238E27FC236}">
                <a16:creationId xmlns:a16="http://schemas.microsoft.com/office/drawing/2014/main" id="{41D80A64-2DDE-51E0-FF1F-1B1C25652147}"/>
              </a:ext>
            </a:extLst>
          </p:cNvPr>
          <p:cNvSpPr/>
          <p:nvPr/>
        </p:nvSpPr>
        <p:spPr>
          <a:xfrm rot="10800000" flipV="1">
            <a:off x="5783060" y="1827974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29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C293-007B-0FBA-71D5-7A59B9DE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E4278A-D2C1-BF5D-7947-B35B0675F832}"/>
              </a:ext>
            </a:extLst>
          </p:cNvPr>
          <p:cNvSpPr/>
          <p:nvPr/>
        </p:nvSpPr>
        <p:spPr>
          <a:xfrm>
            <a:off x="6202160" y="292433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F58ED-F7BB-1895-0B64-1BB71F8699BB}"/>
              </a:ext>
            </a:extLst>
          </p:cNvPr>
          <p:cNvSpPr/>
          <p:nvPr/>
        </p:nvSpPr>
        <p:spPr>
          <a:xfrm>
            <a:off x="5630660" y="1828800"/>
            <a:ext cx="685800" cy="205565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0FB23D8-AE71-8A27-4E86-97454D2B527A}"/>
              </a:ext>
            </a:extLst>
          </p:cNvPr>
          <p:cNvSpPr/>
          <p:nvPr/>
        </p:nvSpPr>
        <p:spPr>
          <a:xfrm>
            <a:off x="5135360" y="2543330"/>
            <a:ext cx="1676400" cy="160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6839AA-AA46-D4C2-9423-96D3F6A801CA}"/>
              </a:ext>
            </a:extLst>
          </p:cNvPr>
          <p:cNvSpPr/>
          <p:nvPr/>
        </p:nvSpPr>
        <p:spPr>
          <a:xfrm>
            <a:off x="5211560" y="2619530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Engine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B10F71-9840-31DB-D406-49CFB06CC510}"/>
              </a:ext>
            </a:extLst>
          </p:cNvPr>
          <p:cNvSpPr txBox="1"/>
          <p:nvPr/>
        </p:nvSpPr>
        <p:spPr>
          <a:xfrm>
            <a:off x="6278361" y="182880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77FF8C-E899-1512-AE65-ACA09FF00BC5}"/>
              </a:ext>
            </a:extLst>
          </p:cNvPr>
          <p:cNvSpPr txBox="1"/>
          <p:nvPr/>
        </p:nvSpPr>
        <p:spPr>
          <a:xfrm>
            <a:off x="7405119" y="3030510"/>
            <a:ext cx="1185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W</a:t>
            </a:r>
            <a:r>
              <a:rPr lang="en-US" sz="2800" baseline="-25000" dirty="0" err="1"/>
              <a:t>engine</a:t>
            </a:r>
            <a:endParaRPr lang="en-US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C219EC-AF18-9083-2774-1B55CE67BA15}"/>
              </a:ext>
            </a:extLst>
          </p:cNvPr>
          <p:cNvSpPr/>
          <p:nvPr/>
        </p:nvSpPr>
        <p:spPr>
          <a:xfrm>
            <a:off x="4128385" y="608773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FADB92-865C-41F8-439D-2102EDD76CFA}"/>
              </a:ext>
            </a:extLst>
          </p:cNvPr>
          <p:cNvSpPr/>
          <p:nvPr/>
        </p:nvSpPr>
        <p:spPr>
          <a:xfrm>
            <a:off x="4133850" y="1782255"/>
            <a:ext cx="38862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AF7C17-07D9-E69D-71E1-3F26BCCCBBA5}"/>
              </a:ext>
            </a:extLst>
          </p:cNvPr>
          <p:cNvSpPr/>
          <p:nvPr/>
        </p:nvSpPr>
        <p:spPr>
          <a:xfrm>
            <a:off x="4137910" y="4930139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322B88-EBDD-91C6-7E1E-573B263857F3}"/>
              </a:ext>
            </a:extLst>
          </p:cNvPr>
          <p:cNvSpPr/>
          <p:nvPr/>
        </p:nvSpPr>
        <p:spPr>
          <a:xfrm>
            <a:off x="4133850" y="4930140"/>
            <a:ext cx="38862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6">
            <a:extLst>
              <a:ext uri="{FF2B5EF4-FFF2-40B4-BE49-F238E27FC236}">
                <a16:creationId xmlns:a16="http://schemas.microsoft.com/office/drawing/2014/main" id="{9495A77C-B073-E51B-BDEB-1C7783820E80}"/>
              </a:ext>
            </a:extLst>
          </p:cNvPr>
          <p:cNvSpPr/>
          <p:nvPr/>
        </p:nvSpPr>
        <p:spPr>
          <a:xfrm rot="5400000" flipV="1">
            <a:off x="6902845" y="2965126"/>
            <a:ext cx="381000" cy="663171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6">
            <a:extLst>
              <a:ext uri="{FF2B5EF4-FFF2-40B4-BE49-F238E27FC236}">
                <a16:creationId xmlns:a16="http://schemas.microsoft.com/office/drawing/2014/main" id="{676F803B-069E-AFDA-FBCD-5DFBC9D8B744}"/>
              </a:ext>
            </a:extLst>
          </p:cNvPr>
          <p:cNvSpPr/>
          <p:nvPr/>
        </p:nvSpPr>
        <p:spPr>
          <a:xfrm rot="10800000" flipV="1">
            <a:off x="5783060" y="1827974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&quot;No&quot; Symbol 19">
            <a:extLst>
              <a:ext uri="{FF2B5EF4-FFF2-40B4-BE49-F238E27FC236}">
                <a16:creationId xmlns:a16="http://schemas.microsoft.com/office/drawing/2014/main" id="{61540CA6-6754-E7A3-C51A-74DF1C4C32B6}"/>
              </a:ext>
            </a:extLst>
          </p:cNvPr>
          <p:cNvSpPr/>
          <p:nvPr/>
        </p:nvSpPr>
        <p:spPr>
          <a:xfrm>
            <a:off x="3322820" y="644577"/>
            <a:ext cx="5546360" cy="5516380"/>
          </a:xfrm>
          <a:prstGeom prst="noSmoking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443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33678" y="6195074"/>
            <a:ext cx="757502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Otto Cycle </a:t>
            </a:r>
          </a:p>
          <a:p>
            <a:pPr algn="ctr"/>
            <a:r>
              <a:rPr lang="en-US" sz="1200" i="1" dirty="0"/>
              <a:t>Manual of Driving and Maintenance for Mechanical Vehicles (Wheeled)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E2BC3B-76F6-9606-E8A1-DAE64BE12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9" y="1434320"/>
            <a:ext cx="2140026" cy="2314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B07AB1-0F61-1263-031F-F07EC607D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489" y="1360433"/>
            <a:ext cx="2295437" cy="23884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47B28D-879D-5597-4029-645433108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193" y="1451141"/>
            <a:ext cx="2959464" cy="22999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E59E08-F523-253C-0400-30E7A990886E}"/>
              </a:ext>
            </a:extLst>
          </p:cNvPr>
          <p:cNvSpPr txBox="1"/>
          <p:nvPr/>
        </p:nvSpPr>
        <p:spPr>
          <a:xfrm>
            <a:off x="733425" y="1111442"/>
            <a:ext cx="1509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Process AB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717BCF-14C6-12E5-39FF-4DA74856EA28}"/>
              </a:ext>
            </a:extLst>
          </p:cNvPr>
          <p:cNvSpPr txBox="1"/>
          <p:nvPr/>
        </p:nvSpPr>
        <p:spPr>
          <a:xfrm>
            <a:off x="3128220" y="1111442"/>
            <a:ext cx="3162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Process CD (Power Stroke)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2162A2-F1B9-1FA3-F58B-E4342B26B9E9}"/>
              </a:ext>
            </a:extLst>
          </p:cNvPr>
          <p:cNvSpPr txBox="1"/>
          <p:nvPr/>
        </p:nvSpPr>
        <p:spPr>
          <a:xfrm>
            <a:off x="6696075" y="1106331"/>
            <a:ext cx="140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Process AI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20808DE-1E04-F229-84B2-8135F6BCAF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108" y="1406887"/>
            <a:ext cx="2364682" cy="22955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0AD8B0E-624E-7ADD-56E9-CF5CC08FBFCB}"/>
              </a:ext>
            </a:extLst>
          </p:cNvPr>
          <p:cNvSpPr txBox="1"/>
          <p:nvPr/>
        </p:nvSpPr>
        <p:spPr>
          <a:xfrm>
            <a:off x="9722654" y="1117287"/>
            <a:ext cx="1460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Process 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821" y="393699"/>
            <a:ext cx="7141332" cy="5651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 rot="16200000">
            <a:off x="1057909" y="2839730"/>
            <a:ext cx="2217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Pressure (Pa)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0" y="6334780"/>
            <a:ext cx="20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Volume (m</a:t>
            </a:r>
            <a:r>
              <a:rPr lang="en-US" sz="2800" baseline="30000" dirty="0"/>
              <a:t>3</a:t>
            </a:r>
            <a:r>
              <a:rPr lang="en-US" sz="2800" dirty="0"/>
              <a:t>)</a:t>
            </a:r>
          </a:p>
        </p:txBody>
      </p:sp>
      <p:sp>
        <p:nvSpPr>
          <p:cNvPr id="8" name="Oval 7"/>
          <p:cNvSpPr/>
          <p:nvPr/>
        </p:nvSpPr>
        <p:spPr>
          <a:xfrm>
            <a:off x="3775020" y="9144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775020" y="249085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775020" y="5356469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877919" y="525403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877919" y="536146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363855" y="5396461"/>
            <a:ext cx="426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9064052" y="5486401"/>
            <a:ext cx="299804" cy="1199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66353" y="4799353"/>
            <a:ext cx="466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9124013" y="5151702"/>
            <a:ext cx="257330" cy="1248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60228" y="2131105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2393" y="784486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226" y="4954250"/>
            <a:ext cx="320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" pitchFamily="18" charset="0"/>
                <a:cs typeface="Times" pitchFamily="18" charset="0"/>
              </a:rPr>
              <a:t>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51264" b="54865"/>
          <a:stretch>
            <a:fillRect/>
          </a:stretch>
        </p:blipFill>
        <p:spPr bwMode="auto">
          <a:xfrm>
            <a:off x="1109794" y="749509"/>
            <a:ext cx="4489697" cy="5888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rc 5"/>
          <p:cNvSpPr/>
          <p:nvPr/>
        </p:nvSpPr>
        <p:spPr>
          <a:xfrm>
            <a:off x="2638560" y="4137285"/>
            <a:ext cx="2068643" cy="2383436"/>
          </a:xfrm>
          <a:prstGeom prst="arc">
            <a:avLst>
              <a:gd name="adj1" fmla="val 21573557"/>
              <a:gd name="adj2" fmla="val 5439512"/>
            </a:avLst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253156" y="2863122"/>
            <a:ext cx="0" cy="46469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1439347" y="3285344"/>
            <a:ext cx="1666406" cy="1346617"/>
          </a:xfrm>
          <a:custGeom>
            <a:avLst/>
            <a:gdLst>
              <a:gd name="connsiteX0" fmla="*/ 1259174 w 1259174"/>
              <a:gd name="connsiteY0" fmla="*/ 0 h 884420"/>
              <a:gd name="connsiteX1" fmla="*/ 794479 w 1259174"/>
              <a:gd name="connsiteY1" fmla="*/ 284813 h 884420"/>
              <a:gd name="connsiteX2" fmla="*/ 914400 w 1259174"/>
              <a:gd name="connsiteY2" fmla="*/ 299803 h 884420"/>
              <a:gd name="connsiteX3" fmla="*/ 0 w 1259174"/>
              <a:gd name="connsiteY3" fmla="*/ 884420 h 8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9174" h="884420">
                <a:moveTo>
                  <a:pt x="1259174" y="0"/>
                </a:moveTo>
                <a:cubicBezTo>
                  <a:pt x="1055557" y="117423"/>
                  <a:pt x="851941" y="234846"/>
                  <a:pt x="794479" y="284813"/>
                </a:cubicBezTo>
                <a:cubicBezTo>
                  <a:pt x="737017" y="334780"/>
                  <a:pt x="1046813" y="199869"/>
                  <a:pt x="914400" y="299803"/>
                </a:cubicBezTo>
                <a:cubicBezTo>
                  <a:pt x="781987" y="399738"/>
                  <a:pt x="154898" y="791981"/>
                  <a:pt x="0" y="884420"/>
                </a:cubicBezTo>
              </a:path>
            </a:pathLst>
          </a:cu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1864" y="4273948"/>
            <a:ext cx="1302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Piston raises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7202" y="269074"/>
            <a:ext cx="2698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Process AB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490" y="1340945"/>
            <a:ext cx="5772091" cy="4705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82F5-4033-3666-9BEF-8DDF009F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08CE5-F9A6-7A40-9478-D72EB81FB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342B74C-5752-3D31-EE06-7B72CB0A4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934" y="245570"/>
            <a:ext cx="5772091" cy="4705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31179A-34FB-6132-FBEE-5F89B1A14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17" y="4347694"/>
            <a:ext cx="10752195" cy="214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24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408" y="363600"/>
            <a:ext cx="6942193" cy="5622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 rot="16200000">
            <a:off x="1807209" y="2839730"/>
            <a:ext cx="2217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Pressure (Pa)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0900" y="6233180"/>
            <a:ext cx="20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Volume (m</a:t>
            </a:r>
            <a:r>
              <a:rPr lang="en-US" sz="2800" baseline="30000" dirty="0"/>
              <a:t>3</a:t>
            </a:r>
            <a:r>
              <a:rPr lang="en-US" sz="2800" dirty="0"/>
              <a:t>)</a:t>
            </a:r>
          </a:p>
        </p:txBody>
      </p:sp>
      <p:sp>
        <p:nvSpPr>
          <p:cNvPr id="8" name="Oval 7"/>
          <p:cNvSpPr/>
          <p:nvPr/>
        </p:nvSpPr>
        <p:spPr>
          <a:xfrm>
            <a:off x="4524320" y="9144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524320" y="249085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209528" y="2131105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1693" y="784486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66498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423748-C14F-0FCE-53E3-33EABFDDA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445" y="0"/>
            <a:ext cx="4697730" cy="4156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506DB6-2CDC-0805-7E6E-2853BE05B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21" y="4156985"/>
            <a:ext cx="10666757" cy="219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7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t="50323" r="48736" b="3764"/>
          <a:stretch>
            <a:fillRect/>
          </a:stretch>
        </p:blipFill>
        <p:spPr bwMode="auto">
          <a:xfrm>
            <a:off x="2330556" y="858704"/>
            <a:ext cx="4557009" cy="5779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524120" y="263828"/>
            <a:ext cx="6011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Process CD (Power Stroke)</a:t>
            </a:r>
          </a:p>
        </p:txBody>
      </p:sp>
      <p:sp>
        <p:nvSpPr>
          <p:cNvPr id="7" name="Arc 6"/>
          <p:cNvSpPr/>
          <p:nvPr/>
        </p:nvSpPr>
        <p:spPr>
          <a:xfrm>
            <a:off x="3814580" y="4137285"/>
            <a:ext cx="2068643" cy="2383436"/>
          </a:xfrm>
          <a:prstGeom prst="arc">
            <a:avLst>
              <a:gd name="adj1" fmla="val 21573557"/>
              <a:gd name="adj2" fmla="val 5439512"/>
            </a:avLst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429176" y="2863122"/>
            <a:ext cx="0" cy="46469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47884" y="4273948"/>
            <a:ext cx="1302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Piston Lowers</a:t>
            </a:r>
          </a:p>
        </p:txBody>
      </p:sp>
      <p:sp>
        <p:nvSpPr>
          <p:cNvPr id="10" name="Freeform 9"/>
          <p:cNvSpPr/>
          <p:nvPr/>
        </p:nvSpPr>
        <p:spPr>
          <a:xfrm>
            <a:off x="2615367" y="3285344"/>
            <a:ext cx="1666406" cy="1346617"/>
          </a:xfrm>
          <a:custGeom>
            <a:avLst/>
            <a:gdLst>
              <a:gd name="connsiteX0" fmla="*/ 1259174 w 1259174"/>
              <a:gd name="connsiteY0" fmla="*/ 0 h 884420"/>
              <a:gd name="connsiteX1" fmla="*/ 794479 w 1259174"/>
              <a:gd name="connsiteY1" fmla="*/ 284813 h 884420"/>
              <a:gd name="connsiteX2" fmla="*/ 914400 w 1259174"/>
              <a:gd name="connsiteY2" fmla="*/ 299803 h 884420"/>
              <a:gd name="connsiteX3" fmla="*/ 0 w 1259174"/>
              <a:gd name="connsiteY3" fmla="*/ 884420 h 8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9174" h="884420">
                <a:moveTo>
                  <a:pt x="1259174" y="0"/>
                </a:moveTo>
                <a:cubicBezTo>
                  <a:pt x="1055557" y="117423"/>
                  <a:pt x="851941" y="234846"/>
                  <a:pt x="794479" y="284813"/>
                </a:cubicBezTo>
                <a:cubicBezTo>
                  <a:pt x="737017" y="334780"/>
                  <a:pt x="1046813" y="199869"/>
                  <a:pt x="914400" y="299803"/>
                </a:cubicBezTo>
                <a:cubicBezTo>
                  <a:pt x="781987" y="399738"/>
                  <a:pt x="154898" y="791981"/>
                  <a:pt x="0" y="884420"/>
                </a:cubicBezTo>
              </a:path>
            </a:pathLst>
          </a:cu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474" y="1933294"/>
            <a:ext cx="3904454" cy="3161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D884B25D-B5B6-416B-5683-AD7E1449B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373" y="289497"/>
            <a:ext cx="5233351" cy="4237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336535-59C3-3BDC-BCA8-85EE2C5B6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23" y="4210318"/>
            <a:ext cx="11289838" cy="218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712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201" y="266700"/>
            <a:ext cx="7060209" cy="592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676900" y="6271280"/>
            <a:ext cx="20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Volume (m</a:t>
            </a:r>
            <a:r>
              <a:rPr lang="en-US" sz="2800" baseline="30000" dirty="0"/>
              <a:t>3</a:t>
            </a:r>
            <a:r>
              <a:rPr lang="en-US" sz="2800" dirty="0"/>
              <a:t>)</a:t>
            </a:r>
          </a:p>
        </p:txBody>
      </p:sp>
      <p:sp>
        <p:nvSpPr>
          <p:cNvPr id="11" name="Oval 10"/>
          <p:cNvSpPr/>
          <p:nvPr/>
        </p:nvSpPr>
        <p:spPr>
          <a:xfrm>
            <a:off x="9385919" y="534293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9385919" y="545036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871855" y="5485361"/>
            <a:ext cx="426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9572052" y="5575301"/>
            <a:ext cx="299804" cy="1199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74353" y="4888253"/>
            <a:ext cx="466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9632013" y="5240602"/>
            <a:ext cx="257330" cy="1248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rot="16200000">
            <a:off x="1667509" y="2928630"/>
            <a:ext cx="2217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Pressure (Pa)</a:t>
            </a:r>
          </a:p>
        </p:txBody>
      </p:sp>
    </p:spTree>
    <p:extLst>
      <p:ext uri="{BB962C8B-B14F-4D97-AF65-F5344CB8AC3E}">
        <p14:creationId xmlns:p14="http://schemas.microsoft.com/office/powerpoint/2010/main" val="9668841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D7C40E-0FF1-AC59-F503-AA8EA7E6D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096" y="269486"/>
            <a:ext cx="4619280" cy="38453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3D7C21-03A9-B831-A6C9-C5F4B19E7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95" y="4381902"/>
            <a:ext cx="10779800" cy="194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10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51632" t="51620" b="3505"/>
          <a:stretch>
            <a:fillRect/>
          </a:stretch>
        </p:blipFill>
        <p:spPr bwMode="auto">
          <a:xfrm>
            <a:off x="1295869" y="783364"/>
            <a:ext cx="4482059" cy="5889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Arc 6"/>
          <p:cNvSpPr/>
          <p:nvPr/>
        </p:nvSpPr>
        <p:spPr>
          <a:xfrm>
            <a:off x="2839855" y="4137285"/>
            <a:ext cx="2068643" cy="2383436"/>
          </a:xfrm>
          <a:prstGeom prst="arc">
            <a:avLst>
              <a:gd name="adj1" fmla="val 21573557"/>
              <a:gd name="adj2" fmla="val 5439512"/>
            </a:avLst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454451" y="2863122"/>
            <a:ext cx="0" cy="46469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3159" y="4273948"/>
            <a:ext cx="1302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Piston rises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6825" y="2202806"/>
            <a:ext cx="1559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Exhaust valve opens</a:t>
            </a:r>
          </a:p>
        </p:txBody>
      </p:sp>
      <p:sp>
        <p:nvSpPr>
          <p:cNvPr id="11" name="Freeform 10"/>
          <p:cNvSpPr/>
          <p:nvPr/>
        </p:nvSpPr>
        <p:spPr>
          <a:xfrm flipH="1">
            <a:off x="5013429" y="1858780"/>
            <a:ext cx="1259174" cy="884420"/>
          </a:xfrm>
          <a:custGeom>
            <a:avLst/>
            <a:gdLst>
              <a:gd name="connsiteX0" fmla="*/ 1259174 w 1259174"/>
              <a:gd name="connsiteY0" fmla="*/ 0 h 884420"/>
              <a:gd name="connsiteX1" fmla="*/ 794479 w 1259174"/>
              <a:gd name="connsiteY1" fmla="*/ 284813 h 884420"/>
              <a:gd name="connsiteX2" fmla="*/ 914400 w 1259174"/>
              <a:gd name="connsiteY2" fmla="*/ 299803 h 884420"/>
              <a:gd name="connsiteX3" fmla="*/ 0 w 1259174"/>
              <a:gd name="connsiteY3" fmla="*/ 884420 h 8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9174" h="884420">
                <a:moveTo>
                  <a:pt x="1259174" y="0"/>
                </a:moveTo>
                <a:cubicBezTo>
                  <a:pt x="1055557" y="117423"/>
                  <a:pt x="851941" y="234846"/>
                  <a:pt x="794479" y="284813"/>
                </a:cubicBezTo>
                <a:cubicBezTo>
                  <a:pt x="737017" y="334780"/>
                  <a:pt x="1046813" y="199869"/>
                  <a:pt x="914400" y="299803"/>
                </a:cubicBezTo>
                <a:cubicBezTo>
                  <a:pt x="781987" y="399738"/>
                  <a:pt x="154898" y="791981"/>
                  <a:pt x="0" y="884420"/>
                </a:cubicBezTo>
              </a:path>
            </a:pathLst>
          </a:cu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1640642" y="3285344"/>
            <a:ext cx="1666406" cy="1346617"/>
          </a:xfrm>
          <a:custGeom>
            <a:avLst/>
            <a:gdLst>
              <a:gd name="connsiteX0" fmla="*/ 1259174 w 1259174"/>
              <a:gd name="connsiteY0" fmla="*/ 0 h 884420"/>
              <a:gd name="connsiteX1" fmla="*/ 794479 w 1259174"/>
              <a:gd name="connsiteY1" fmla="*/ 284813 h 884420"/>
              <a:gd name="connsiteX2" fmla="*/ 914400 w 1259174"/>
              <a:gd name="connsiteY2" fmla="*/ 299803 h 884420"/>
              <a:gd name="connsiteX3" fmla="*/ 0 w 1259174"/>
              <a:gd name="connsiteY3" fmla="*/ 884420 h 8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9174" h="884420">
                <a:moveTo>
                  <a:pt x="1259174" y="0"/>
                </a:moveTo>
                <a:cubicBezTo>
                  <a:pt x="1055557" y="117423"/>
                  <a:pt x="851941" y="234846"/>
                  <a:pt x="794479" y="284813"/>
                </a:cubicBezTo>
                <a:cubicBezTo>
                  <a:pt x="737017" y="334780"/>
                  <a:pt x="1046813" y="199869"/>
                  <a:pt x="914400" y="299803"/>
                </a:cubicBezTo>
                <a:cubicBezTo>
                  <a:pt x="781987" y="399738"/>
                  <a:pt x="154898" y="791981"/>
                  <a:pt x="0" y="884420"/>
                </a:cubicBezTo>
              </a:path>
            </a:pathLst>
          </a:cu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405140" y="224104"/>
            <a:ext cx="2698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Process AI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0494FB3A-F080-A044-669E-902EDB5A4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549" y="1430287"/>
            <a:ext cx="4077325" cy="3568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4C49D-1C0A-777F-031B-CE823CF42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30E4C50D-1497-D5F7-8E29-F1A30C64E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024" y="334912"/>
            <a:ext cx="4601201" cy="4026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DEA2A-B8DD-DA43-C9C3-B0481EEC6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32" y="4361892"/>
            <a:ext cx="10850836" cy="199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998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8DC4-CD0A-7EE9-E910-2F9275556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6D5F5D2-3F10-82E4-7087-F9EF14F68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r="52471" b="55168"/>
          <a:stretch>
            <a:fillRect/>
          </a:stretch>
        </p:blipFill>
        <p:spPr bwMode="auto">
          <a:xfrm>
            <a:off x="2061815" y="781987"/>
            <a:ext cx="4337892" cy="579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114045-9399-019B-7B75-7ADC76130D55}"/>
              </a:ext>
            </a:extLst>
          </p:cNvPr>
          <p:cNvSpPr txBox="1"/>
          <p:nvPr/>
        </p:nvSpPr>
        <p:spPr>
          <a:xfrm>
            <a:off x="477843" y="2127855"/>
            <a:ext cx="13023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Intake valve opens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9E91C3ED-2EC3-BF40-5B9C-46E754E79EEB}"/>
              </a:ext>
            </a:extLst>
          </p:cNvPr>
          <p:cNvSpPr/>
          <p:nvPr/>
        </p:nvSpPr>
        <p:spPr>
          <a:xfrm>
            <a:off x="3506605" y="4137285"/>
            <a:ext cx="2068643" cy="2383436"/>
          </a:xfrm>
          <a:prstGeom prst="arc">
            <a:avLst>
              <a:gd name="adj1" fmla="val 21573557"/>
              <a:gd name="adj2" fmla="val 5439512"/>
            </a:avLst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E1FA934-EFCE-B5C4-74F6-85AB081CA7B0}"/>
              </a:ext>
            </a:extLst>
          </p:cNvPr>
          <p:cNvSpPr/>
          <p:nvPr/>
        </p:nvSpPr>
        <p:spPr>
          <a:xfrm>
            <a:off x="1767746" y="1858780"/>
            <a:ext cx="1259174" cy="884420"/>
          </a:xfrm>
          <a:custGeom>
            <a:avLst/>
            <a:gdLst>
              <a:gd name="connsiteX0" fmla="*/ 1259174 w 1259174"/>
              <a:gd name="connsiteY0" fmla="*/ 0 h 884420"/>
              <a:gd name="connsiteX1" fmla="*/ 794479 w 1259174"/>
              <a:gd name="connsiteY1" fmla="*/ 284813 h 884420"/>
              <a:gd name="connsiteX2" fmla="*/ 914400 w 1259174"/>
              <a:gd name="connsiteY2" fmla="*/ 299803 h 884420"/>
              <a:gd name="connsiteX3" fmla="*/ 0 w 1259174"/>
              <a:gd name="connsiteY3" fmla="*/ 884420 h 8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9174" h="884420">
                <a:moveTo>
                  <a:pt x="1259174" y="0"/>
                </a:moveTo>
                <a:cubicBezTo>
                  <a:pt x="1055557" y="117423"/>
                  <a:pt x="851941" y="234846"/>
                  <a:pt x="794479" y="284813"/>
                </a:cubicBezTo>
                <a:cubicBezTo>
                  <a:pt x="737017" y="334780"/>
                  <a:pt x="1046813" y="199869"/>
                  <a:pt x="914400" y="299803"/>
                </a:cubicBezTo>
                <a:cubicBezTo>
                  <a:pt x="781987" y="399738"/>
                  <a:pt x="154898" y="791981"/>
                  <a:pt x="0" y="884420"/>
                </a:cubicBezTo>
              </a:path>
            </a:pathLst>
          </a:cu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B05D3E-5D6B-70A1-CCC1-027D0453E095}"/>
              </a:ext>
            </a:extLst>
          </p:cNvPr>
          <p:cNvCxnSpPr/>
          <p:nvPr/>
        </p:nvCxnSpPr>
        <p:spPr>
          <a:xfrm>
            <a:off x="4121201" y="2863122"/>
            <a:ext cx="0" cy="46469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137D7C-FD9B-1350-392F-8D0C0E923F1C}"/>
              </a:ext>
            </a:extLst>
          </p:cNvPr>
          <p:cNvSpPr txBox="1"/>
          <p:nvPr/>
        </p:nvSpPr>
        <p:spPr>
          <a:xfrm>
            <a:off x="1139909" y="4273948"/>
            <a:ext cx="1302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Piston Lowers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CDD6E55-BD45-CED7-150C-D7F758D93C6E}"/>
              </a:ext>
            </a:extLst>
          </p:cNvPr>
          <p:cNvSpPr/>
          <p:nvPr/>
        </p:nvSpPr>
        <p:spPr>
          <a:xfrm>
            <a:off x="2307392" y="3285344"/>
            <a:ext cx="1666406" cy="1346617"/>
          </a:xfrm>
          <a:custGeom>
            <a:avLst/>
            <a:gdLst>
              <a:gd name="connsiteX0" fmla="*/ 1259174 w 1259174"/>
              <a:gd name="connsiteY0" fmla="*/ 0 h 884420"/>
              <a:gd name="connsiteX1" fmla="*/ 794479 w 1259174"/>
              <a:gd name="connsiteY1" fmla="*/ 284813 h 884420"/>
              <a:gd name="connsiteX2" fmla="*/ 914400 w 1259174"/>
              <a:gd name="connsiteY2" fmla="*/ 299803 h 884420"/>
              <a:gd name="connsiteX3" fmla="*/ 0 w 1259174"/>
              <a:gd name="connsiteY3" fmla="*/ 884420 h 8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9174" h="884420">
                <a:moveTo>
                  <a:pt x="1259174" y="0"/>
                </a:moveTo>
                <a:cubicBezTo>
                  <a:pt x="1055557" y="117423"/>
                  <a:pt x="851941" y="234846"/>
                  <a:pt x="794479" y="284813"/>
                </a:cubicBezTo>
                <a:cubicBezTo>
                  <a:pt x="737017" y="334780"/>
                  <a:pt x="1046813" y="199869"/>
                  <a:pt x="914400" y="299803"/>
                </a:cubicBezTo>
                <a:cubicBezTo>
                  <a:pt x="781987" y="399738"/>
                  <a:pt x="154898" y="791981"/>
                  <a:pt x="0" y="884420"/>
                </a:cubicBezTo>
              </a:path>
            </a:pathLst>
          </a:cu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CD88CF-3916-2A5F-0B9E-636863ACF1FB}"/>
              </a:ext>
            </a:extLst>
          </p:cNvPr>
          <p:cNvSpPr txBox="1"/>
          <p:nvPr/>
        </p:nvSpPr>
        <p:spPr>
          <a:xfrm>
            <a:off x="2981950" y="224104"/>
            <a:ext cx="2698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Process IA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7BF1D3C9-1731-9008-D3A5-7B92256E4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514" y="1447261"/>
            <a:ext cx="4528643" cy="3963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46408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C08639-B383-C693-10A6-D654E1928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024" y="334912"/>
            <a:ext cx="4601201" cy="4026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F5F126-C984-F7A8-DAFD-6DE6BF061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56" y="4361892"/>
            <a:ext cx="10932159" cy="212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31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282" y="363474"/>
            <a:ext cx="7055444" cy="5719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 rot="16200000">
            <a:off x="1057909" y="2839730"/>
            <a:ext cx="2217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Pressure (Pa)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0" y="6334780"/>
            <a:ext cx="20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Volume (m</a:t>
            </a:r>
            <a:r>
              <a:rPr lang="en-US" sz="2800" baseline="30000" dirty="0"/>
              <a:t>3</a:t>
            </a:r>
            <a:r>
              <a:rPr lang="en-US" sz="2800" dirty="0"/>
              <a:t>)</a:t>
            </a:r>
          </a:p>
        </p:txBody>
      </p:sp>
      <p:sp>
        <p:nvSpPr>
          <p:cNvPr id="8" name="Oval 7"/>
          <p:cNvSpPr/>
          <p:nvPr/>
        </p:nvSpPr>
        <p:spPr>
          <a:xfrm>
            <a:off x="3775020" y="9144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775020" y="249085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775020" y="5356469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877919" y="525403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877919" y="536146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468786" y="5741234"/>
            <a:ext cx="426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9019082" y="5546363"/>
            <a:ext cx="389745" cy="3747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81540" y="4424599"/>
            <a:ext cx="466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9034073" y="4946755"/>
            <a:ext cx="104931" cy="2698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60228" y="2131105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2393" y="784486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226" y="4954250"/>
            <a:ext cx="320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" pitchFamily="18" charset="0"/>
                <a:cs typeface="Times" pitchFamily="18" charset="0"/>
              </a:rPr>
              <a:t>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48264" y="1499019"/>
            <a:ext cx="1244184" cy="764499"/>
          </a:xfrm>
          <a:prstGeom prst="rightArrow">
            <a:avLst>
              <a:gd name="adj1" fmla="val 50000"/>
              <a:gd name="adj2" fmla="val 55714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  <a:alpha val="53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9139003" y="5054184"/>
            <a:ext cx="1064303" cy="764499"/>
          </a:xfrm>
          <a:prstGeom prst="rightArrow">
            <a:avLst>
              <a:gd name="adj1" fmla="val 50000"/>
              <a:gd name="adj2" fmla="val 55714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008026" y="1611446"/>
            <a:ext cx="88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Q</a:t>
            </a:r>
            <a:r>
              <a:rPr lang="en-US" sz="2400" baseline="-25000" dirty="0" err="1">
                <a:solidFill>
                  <a:schemeClr val="accent6">
                    <a:lumMod val="75000"/>
                  </a:schemeClr>
                </a:solidFill>
              </a:rPr>
              <a:t>h</a:t>
            </a:r>
            <a:endParaRPr lang="en-US" sz="2400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68915" y="5211582"/>
            <a:ext cx="51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Q</a:t>
            </a:r>
            <a:r>
              <a:rPr lang="en-US" sz="2400" baseline="-25000" dirty="0">
                <a:solidFill>
                  <a:schemeClr val="accent6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393957" y="4023608"/>
            <a:ext cx="2440900" cy="764499"/>
          </a:xfrm>
          <a:prstGeom prst="rightArrow">
            <a:avLst>
              <a:gd name="adj1" fmla="val 50000"/>
              <a:gd name="adj2" fmla="val 55714"/>
            </a:avLst>
          </a:prstGeom>
          <a:gradFill flip="none" rotWithShape="1">
            <a:gsLst>
              <a:gs pos="0">
                <a:schemeClr val="accent3">
                  <a:lumMod val="75000"/>
                  <a:tint val="66000"/>
                  <a:satMod val="160000"/>
                </a:schemeClr>
              </a:gs>
              <a:gs pos="50000">
                <a:schemeClr val="accent3">
                  <a:lumMod val="75000"/>
                  <a:tint val="44500"/>
                  <a:satMod val="160000"/>
                </a:schemeClr>
              </a:gs>
              <a:gs pos="100000">
                <a:schemeClr val="accent3">
                  <a:lumMod val="7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2228537" y="4023608"/>
            <a:ext cx="2208550" cy="764499"/>
          </a:xfrm>
          <a:prstGeom prst="rightArrow">
            <a:avLst>
              <a:gd name="adj1" fmla="val 50000"/>
              <a:gd name="adj2" fmla="val 55714"/>
            </a:avLst>
          </a:prstGeom>
          <a:gradFill flip="none" rotWithShape="1">
            <a:gsLst>
              <a:gs pos="0">
                <a:schemeClr val="accent3">
                  <a:lumMod val="75000"/>
                  <a:tint val="66000"/>
                  <a:satMod val="160000"/>
                </a:schemeClr>
              </a:gs>
              <a:gs pos="50000">
                <a:schemeClr val="accent3">
                  <a:lumMod val="75000"/>
                  <a:tint val="44500"/>
                  <a:satMod val="160000"/>
                </a:schemeClr>
              </a:gs>
              <a:gs pos="100000">
                <a:schemeClr val="accent3">
                  <a:lumMod val="7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2166074" y="4175025"/>
            <a:ext cx="2134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Work Required</a:t>
            </a:r>
            <a:endParaRPr lang="en-US" sz="2400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76469" y="4175025"/>
            <a:ext cx="2359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Useful Work Out</a:t>
            </a:r>
            <a:endParaRPr lang="en-US" sz="2400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DF08B8E-D69D-D9BF-D54A-2C6C93A79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225" y="1600341"/>
            <a:ext cx="4792551" cy="38144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D09A19-42AF-3EEA-2D1B-3498ED33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1487241"/>
            <a:ext cx="6225702" cy="16356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33C00C-E5BD-F21B-B8E8-02553AD6F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" y="3271830"/>
            <a:ext cx="6953250" cy="188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789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905001" y="442834"/>
            <a:ext cx="7885575" cy="6415167"/>
            <a:chOff x="381000" y="442833"/>
            <a:chExt cx="7885575" cy="6415167"/>
          </a:xfrm>
        </p:grpSpPr>
        <p:pic>
          <p:nvPicPr>
            <p:cNvPr id="2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99" y="442833"/>
              <a:ext cx="7057243" cy="56425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 rot="16200000">
              <a:off x="-466091" y="2839730"/>
              <a:ext cx="22174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Pressure (Pa)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657600" y="6334780"/>
              <a:ext cx="20675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Volume (m</a:t>
              </a:r>
              <a:r>
                <a:rPr lang="en-US" sz="2800" baseline="30000" dirty="0"/>
                <a:t>3</a:t>
              </a:r>
              <a:r>
                <a:rPr lang="en-US" sz="2800" dirty="0"/>
                <a:t>)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251020" y="2490850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7353919" y="5361466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39855" y="5396460"/>
              <a:ext cx="4267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</a:rPr>
                <a:t>A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H="1" flipV="1">
              <a:off x="7540052" y="5486400"/>
              <a:ext cx="299804" cy="11992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936228" y="2131104"/>
              <a:ext cx="43313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85511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1" y="369874"/>
            <a:ext cx="7171543" cy="5662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 rot="16200000">
            <a:off x="1540509" y="2839730"/>
            <a:ext cx="2217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Pressure (Pa)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9600" y="6258580"/>
            <a:ext cx="20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Volume (m</a:t>
            </a:r>
            <a:r>
              <a:rPr lang="en-US" sz="2800" baseline="30000" dirty="0"/>
              <a:t>3</a:t>
            </a:r>
            <a:r>
              <a:rPr lang="en-US" sz="2800" dirty="0"/>
              <a:t>)</a:t>
            </a:r>
          </a:p>
        </p:txBody>
      </p:sp>
      <p:sp>
        <p:nvSpPr>
          <p:cNvPr id="8" name="Oval 7"/>
          <p:cNvSpPr/>
          <p:nvPr/>
        </p:nvSpPr>
        <p:spPr>
          <a:xfrm>
            <a:off x="4283020" y="9144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385919" y="525403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874353" y="4799353"/>
            <a:ext cx="466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9632013" y="5151702"/>
            <a:ext cx="257330" cy="1248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80393" y="784486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6623537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82000"/>
            <a:ext cx="8121754" cy="6066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613400" y="6347480"/>
            <a:ext cx="20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Volume (m</a:t>
            </a:r>
            <a:r>
              <a:rPr lang="en-US" sz="2800" baseline="30000" dirty="0"/>
              <a:t>3</a:t>
            </a:r>
            <a:r>
              <a:rPr lang="en-US" sz="2800" dirty="0"/>
              <a:t>)</a:t>
            </a:r>
          </a:p>
        </p:txBody>
      </p:sp>
      <p:sp>
        <p:nvSpPr>
          <p:cNvPr id="10" name="Oval 9"/>
          <p:cNvSpPr/>
          <p:nvPr/>
        </p:nvSpPr>
        <p:spPr>
          <a:xfrm>
            <a:off x="4206820" y="5369169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9309719" y="537416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795655" y="5409161"/>
            <a:ext cx="426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9495852" y="5499101"/>
            <a:ext cx="299804" cy="1199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97026" y="4966950"/>
            <a:ext cx="320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" pitchFamily="18" charset="0"/>
                <a:cs typeface="Times" pitchFamily="18" charset="0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1273809" y="2369830"/>
            <a:ext cx="2217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Pressure (Pa)</a:t>
            </a:r>
          </a:p>
        </p:txBody>
      </p:sp>
    </p:spTree>
    <p:extLst>
      <p:ext uri="{BB962C8B-B14F-4D97-AF65-F5344CB8AC3E}">
        <p14:creationId xmlns:p14="http://schemas.microsoft.com/office/powerpoint/2010/main" val="16983521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4B4A-DF32-C870-E5B4-156E8E0EA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2C8E7-2905-7A1A-4A8C-166F1F2E8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76EDB-C6A3-6ECC-6BD3-53152EBE9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8224" y="1690688"/>
            <a:ext cx="6848272" cy="1500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99212E-4554-8F2B-2285-BEA7AA8AC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0" y="3872192"/>
            <a:ext cx="7600545" cy="20219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73A1A9-DB97-3D45-2807-39CD5B9A8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440" y="1586431"/>
            <a:ext cx="4142074" cy="32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810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B3B049-929F-8A23-FC89-28A2B47A97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DDBEE6-B713-8919-FD2B-779C5509DC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88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26DA9-DB5C-A6BC-3F00-2FACE57A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34B29-26BC-6B8A-9C34-22E9A3339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77ACF1-A7B2-F60F-B0AD-0D4849264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8183" y="95250"/>
            <a:ext cx="4080562" cy="5778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054045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 r="52471" b="55168"/>
          <a:stretch>
            <a:fillRect/>
          </a:stretch>
        </p:blipFill>
        <p:spPr bwMode="auto">
          <a:xfrm>
            <a:off x="3080990" y="781987"/>
            <a:ext cx="4337892" cy="579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497018" y="2127855"/>
            <a:ext cx="13023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Intake valve opens</a:t>
            </a:r>
          </a:p>
        </p:txBody>
      </p:sp>
      <p:sp>
        <p:nvSpPr>
          <p:cNvPr id="8" name="Arc 7"/>
          <p:cNvSpPr/>
          <p:nvPr/>
        </p:nvSpPr>
        <p:spPr>
          <a:xfrm>
            <a:off x="4525780" y="4137285"/>
            <a:ext cx="2068643" cy="2383436"/>
          </a:xfrm>
          <a:prstGeom prst="arc">
            <a:avLst>
              <a:gd name="adj1" fmla="val 21573557"/>
              <a:gd name="adj2" fmla="val 5439512"/>
            </a:avLst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2786921" y="1858780"/>
            <a:ext cx="1259174" cy="884420"/>
          </a:xfrm>
          <a:custGeom>
            <a:avLst/>
            <a:gdLst>
              <a:gd name="connsiteX0" fmla="*/ 1259174 w 1259174"/>
              <a:gd name="connsiteY0" fmla="*/ 0 h 884420"/>
              <a:gd name="connsiteX1" fmla="*/ 794479 w 1259174"/>
              <a:gd name="connsiteY1" fmla="*/ 284813 h 884420"/>
              <a:gd name="connsiteX2" fmla="*/ 914400 w 1259174"/>
              <a:gd name="connsiteY2" fmla="*/ 299803 h 884420"/>
              <a:gd name="connsiteX3" fmla="*/ 0 w 1259174"/>
              <a:gd name="connsiteY3" fmla="*/ 884420 h 8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9174" h="884420">
                <a:moveTo>
                  <a:pt x="1259174" y="0"/>
                </a:moveTo>
                <a:cubicBezTo>
                  <a:pt x="1055557" y="117423"/>
                  <a:pt x="851941" y="234846"/>
                  <a:pt x="794479" y="284813"/>
                </a:cubicBezTo>
                <a:cubicBezTo>
                  <a:pt x="737017" y="334780"/>
                  <a:pt x="1046813" y="199869"/>
                  <a:pt x="914400" y="299803"/>
                </a:cubicBezTo>
                <a:cubicBezTo>
                  <a:pt x="781987" y="399738"/>
                  <a:pt x="154898" y="791981"/>
                  <a:pt x="0" y="884420"/>
                </a:cubicBezTo>
              </a:path>
            </a:pathLst>
          </a:cu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140376" y="2863122"/>
            <a:ext cx="0" cy="46469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59084" y="4273948"/>
            <a:ext cx="1302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Piston Lowers</a:t>
            </a:r>
          </a:p>
        </p:txBody>
      </p:sp>
      <p:sp>
        <p:nvSpPr>
          <p:cNvPr id="15" name="Freeform 14"/>
          <p:cNvSpPr/>
          <p:nvPr/>
        </p:nvSpPr>
        <p:spPr>
          <a:xfrm>
            <a:off x="3326567" y="3285344"/>
            <a:ext cx="1666406" cy="1346617"/>
          </a:xfrm>
          <a:custGeom>
            <a:avLst/>
            <a:gdLst>
              <a:gd name="connsiteX0" fmla="*/ 1259174 w 1259174"/>
              <a:gd name="connsiteY0" fmla="*/ 0 h 884420"/>
              <a:gd name="connsiteX1" fmla="*/ 794479 w 1259174"/>
              <a:gd name="connsiteY1" fmla="*/ 284813 h 884420"/>
              <a:gd name="connsiteX2" fmla="*/ 914400 w 1259174"/>
              <a:gd name="connsiteY2" fmla="*/ 299803 h 884420"/>
              <a:gd name="connsiteX3" fmla="*/ 0 w 1259174"/>
              <a:gd name="connsiteY3" fmla="*/ 884420 h 8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9174" h="884420">
                <a:moveTo>
                  <a:pt x="1259174" y="0"/>
                </a:moveTo>
                <a:cubicBezTo>
                  <a:pt x="1055557" y="117423"/>
                  <a:pt x="851941" y="234846"/>
                  <a:pt x="794479" y="284813"/>
                </a:cubicBezTo>
                <a:cubicBezTo>
                  <a:pt x="737017" y="334780"/>
                  <a:pt x="1046813" y="199869"/>
                  <a:pt x="914400" y="299803"/>
                </a:cubicBezTo>
                <a:cubicBezTo>
                  <a:pt x="781987" y="399738"/>
                  <a:pt x="154898" y="791981"/>
                  <a:pt x="0" y="884420"/>
                </a:cubicBezTo>
              </a:path>
            </a:pathLst>
          </a:cu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001125" y="224104"/>
            <a:ext cx="2698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Process IA</a:t>
            </a: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582" y="1845898"/>
            <a:ext cx="2969718" cy="2599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645</Words>
  <Application>Microsoft Office PowerPoint</Application>
  <PresentationFormat>Widescreen</PresentationFormat>
  <Paragraphs>192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Aptos</vt:lpstr>
      <vt:lpstr>Aptos Display</vt:lpstr>
      <vt:lpstr>Arial</vt:lpstr>
      <vt:lpstr>Symbol</vt:lpstr>
      <vt:lpstr>Times</vt:lpstr>
      <vt:lpstr>Office Theme</vt:lpstr>
      <vt:lpstr>Lecture 37</vt:lpstr>
      <vt:lpstr>Question 123.17.1</vt:lpstr>
      <vt:lpstr>PowerPoint Presentation</vt:lpstr>
      <vt:lpstr>PowerPoint Presentation</vt:lpstr>
      <vt:lpstr>Question</vt:lpstr>
      <vt:lpstr>Question 123.17.2</vt:lpstr>
      <vt:lpstr>Question: Limit of the Reservoir Model</vt:lpstr>
      <vt:lpstr>Question 123.17.3</vt:lpstr>
      <vt:lpstr>Question 123.17.4</vt:lpstr>
      <vt:lpstr>Question 123.17.4.5</vt:lpstr>
      <vt:lpstr>PowerPoint Presentation</vt:lpstr>
      <vt:lpstr>PowerPoint Presentation</vt:lpstr>
      <vt:lpstr>PowerPoint Presentation</vt:lpstr>
      <vt:lpstr>PowerPoint Presentation</vt:lpstr>
      <vt:lpstr>Question 123.17.5</vt:lpstr>
      <vt:lpstr>Question 123.17.6</vt:lpstr>
      <vt:lpstr>Question 123.17.7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Lines, Todd</dc:creator>
  <cp:lastModifiedBy>Lines, Todd</cp:lastModifiedBy>
  <cp:revision>1</cp:revision>
  <dcterms:created xsi:type="dcterms:W3CDTF">2025-07-03T22:42:33Z</dcterms:created>
  <dcterms:modified xsi:type="dcterms:W3CDTF">2025-07-15T21:19:55Z</dcterms:modified>
</cp:coreProperties>
</file>