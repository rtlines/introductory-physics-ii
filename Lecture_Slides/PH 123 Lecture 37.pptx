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9" r:id="rId3"/>
    <p:sldId id="258" r:id="rId4"/>
    <p:sldId id="513" r:id="rId5"/>
    <p:sldId id="490" r:id="rId6"/>
    <p:sldId id="502" r:id="rId7"/>
    <p:sldId id="266" r:id="rId8"/>
    <p:sldId id="503" r:id="rId9"/>
    <p:sldId id="491" r:id="rId10"/>
    <p:sldId id="504" r:id="rId11"/>
    <p:sldId id="492" r:id="rId12"/>
    <p:sldId id="505" r:id="rId13"/>
    <p:sldId id="493" r:id="rId14"/>
    <p:sldId id="508" r:id="rId15"/>
    <p:sldId id="507" r:id="rId16"/>
    <p:sldId id="506" r:id="rId17"/>
    <p:sldId id="514" r:id="rId18"/>
    <p:sldId id="495" r:id="rId19"/>
    <p:sldId id="509" r:id="rId20"/>
    <p:sldId id="265" r:id="rId21"/>
    <p:sldId id="496" r:id="rId22"/>
    <p:sldId id="497" r:id="rId23"/>
    <p:sldId id="498" r:id="rId24"/>
    <p:sldId id="48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6" autoAdjust="0"/>
    <p:restoredTop sz="94660"/>
  </p:normalViewPr>
  <p:slideViewPr>
    <p:cSldViewPr snapToGrid="0">
      <p:cViewPr varScale="1">
        <p:scale>
          <a:sx n="53" d="100"/>
          <a:sy n="53" d="100"/>
        </p:scale>
        <p:origin x="90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modSld">
      <pc:chgData name="Todd Lines" userId="afaf7c3a-e8aa-4568-882a-02ad8f9e19b0" providerId="ADAL" clId="{5FF5AC1B-ABA9-43D7-A1E3-2D92732CD6E2}" dt="2026-08-26T22:06:41.513" v="3" actId="20577"/>
      <pc:docMkLst>
        <pc:docMk/>
      </pc:docMkLst>
      <pc:sldChg chg="modSp mod">
        <pc:chgData name="Todd Lines" userId="afaf7c3a-e8aa-4568-882a-02ad8f9e19b0" providerId="ADAL" clId="{5FF5AC1B-ABA9-43D7-A1E3-2D92732CD6E2}" dt="2026-08-26T22:06:41.513" v="3" actId="20577"/>
        <pc:sldMkLst>
          <pc:docMk/>
          <pc:sldMk cId="4146495707" sldId="256"/>
        </pc:sldMkLst>
        <pc:spChg chg="mod">
          <ac:chgData name="Todd Lines" userId="afaf7c3a-e8aa-4568-882a-02ad8f9e19b0" providerId="ADAL" clId="{5FF5AC1B-ABA9-43D7-A1E3-2D92732CD6E2}" dt="2026-08-26T22:06:41.513" v="3" actId="20577"/>
          <ac:spMkLst>
            <pc:docMk/>
            <pc:sldMk cId="4146495707" sldId="256"/>
            <ac:spMk id="2" creationId="{4B3A4225-8C78-1698-DB96-5D4D5E91413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A79E1-D7CB-FA7F-9B88-EA4C3B6F6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041F68-EE9A-28A4-E9B7-D8BFDC3755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5FB6C7-4372-A43A-9C71-BE9D125F1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A1E93-5051-BB04-4896-E77878BA5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645A58-1BB6-1E0F-5F21-DF3FE8FE4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370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048E6-7F33-77F6-4CAF-6851C977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93B14-42CF-5AF3-0D76-33282E3A5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80A65-FEE0-9239-6D62-FA512EAA8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E5368-2AEE-80A9-6B6A-6F9E03B08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6820E-CEF7-1294-5EE7-CFD2C303D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717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DA850-D27E-CCDE-0F11-ECCD85304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E17CF6-6D2C-DD7D-712C-C6E11D80A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6CC2B-6DB4-B6DE-EAA5-AF73035B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0CECE-55D5-E3B6-9DC9-71C08426A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F03A5-445C-64F9-CCBF-CB09E22C4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42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3AE42-B9CA-9B1E-160E-951E62F3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74CC29-BE6E-F522-45A4-93B509B91B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4D7CC6-CCB8-3CBA-AB7E-FB3B23C8D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1BB84F-F23E-0719-BE4C-433E1E5EF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70E9D-E5C9-0E7E-627B-92660C75C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28939-E774-2037-0462-2DA7194E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6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2CA2B-3DCA-D7AF-2AAB-01BCD413B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A24C58-1433-83D5-A706-C0A6178B4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E75578-1362-FBBA-9984-6C3204F1D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45B4CA-363A-CBE6-944B-5EE47967CD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49F48-1D0E-369C-2762-7A6B40F6D2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2B8AF8-D87D-3F54-3C18-6DCFF616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0D23C4-DE89-CD0E-5B8B-9D1355A5B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A74BD0-B8D0-87ED-7AC9-A33CA72F5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19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DE104-475D-15E2-A7B4-7F309513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E634C3-ADCA-5573-8E5B-3381A448E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0F512-A0C5-1954-B9A1-D39D25963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36FBE-2DA0-86CB-75FA-2E162F6AC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27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B90C8A-2186-9C53-FB0D-B44D3D7F9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2E44E4-5668-549C-F91F-E58BEAB0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E835C-2F68-86B1-9C39-3D1D4F02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645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F6CB9-89AD-DBE9-FD7C-399A7F04F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806E-F6DF-B7E6-50C8-89D95C2DE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44584E-B280-3F3F-2653-E6D31F47B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E0D9A8-8482-10AE-25C9-1F1AD1545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DA2FF7-3C09-C8F9-1579-7C2F7E51F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3E22B-32AE-7445-4A5C-54870E08D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610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1906A-5A74-2E8C-E33B-669E78277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1FC0B9-47D0-C4A7-5D40-C5725903DE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88B1C3-F77D-DBCF-C299-EDCF0FA0B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5988C-D682-CD2B-5138-1FDAB7B15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F21FE-8C9B-D0C2-288C-C2B33AE7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6CC7-F360-2E50-05EC-7C1B9907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54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3E7B5-1C50-76C5-9F78-CEA802BA5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08909-63B3-C478-3AFF-9E27C6F52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9CCEC-12E7-FD71-8F9C-76BAA3F2C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9BC46-B537-0FA3-157E-0FD558937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11627-A7A7-1CEC-579A-9F55251EE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01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C487-0F31-A84F-7381-FE87E0AA93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97195D-75E3-A5F3-A732-F76EF40130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BA231F-C75D-3AF4-2341-802FE9623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C5D82-7BA2-636E-861A-C7403698F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18E27-996E-F42B-3545-960E9E22A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408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ED9852-C72C-1BB9-CB48-610FFA4B9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81C225-66D2-0EA4-C84A-74044512B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FCEB4-F899-5117-B3F2-1169AC8D7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99CCF3-DB83-4429-B7ED-AC24BFB92DA5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39157-A810-FACC-0D0D-DFFEEFFDF1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EC95F-E1B4-91BF-6DB8-5A090B2B82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26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A4225-8C78-1698-DB96-5D4D5E9141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D36DAA-FC9E-1AEB-3DB0-9C7A2BB0B4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495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133678" y="6195074"/>
            <a:ext cx="757502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Otto Cycle </a:t>
            </a:r>
          </a:p>
          <a:p>
            <a:pPr algn="ctr"/>
            <a:r>
              <a:rPr lang="en-US" sz="1200" i="1" dirty="0"/>
              <a:t>Manual of Driving and Maintenance for Mechanical Vehicles (Wheeled)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E2BC3B-76F6-9606-E8A1-DAE64BE12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49" y="1434320"/>
            <a:ext cx="2140026" cy="2314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07AB1-0F61-1263-031F-F07EC607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489" y="1360433"/>
            <a:ext cx="2295437" cy="23884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47B28D-879D-5597-4029-645433108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193" y="1451141"/>
            <a:ext cx="2959464" cy="22999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E59E08-F523-253C-0400-30E7A990886E}"/>
              </a:ext>
            </a:extLst>
          </p:cNvPr>
          <p:cNvSpPr txBox="1"/>
          <p:nvPr/>
        </p:nvSpPr>
        <p:spPr>
          <a:xfrm>
            <a:off x="733425" y="1111442"/>
            <a:ext cx="1509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717BCF-14C6-12E5-39FF-4DA74856EA28}"/>
              </a:ext>
            </a:extLst>
          </p:cNvPr>
          <p:cNvSpPr txBox="1"/>
          <p:nvPr/>
        </p:nvSpPr>
        <p:spPr>
          <a:xfrm>
            <a:off x="3128220" y="1111442"/>
            <a:ext cx="31629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CD (Power Stroke)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2162A2-F1B9-1FA3-F58B-E4342B26B9E9}"/>
              </a:ext>
            </a:extLst>
          </p:cNvPr>
          <p:cNvSpPr txBox="1"/>
          <p:nvPr/>
        </p:nvSpPr>
        <p:spPr>
          <a:xfrm>
            <a:off x="6696075" y="1106331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AI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20808DE-1E04-F229-84B2-8135F6BCAF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108" y="1406887"/>
            <a:ext cx="2364682" cy="229555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0AD8B0E-624E-7ADD-56E9-CF5CC08FBFCB}"/>
              </a:ext>
            </a:extLst>
          </p:cNvPr>
          <p:cNvSpPr txBox="1"/>
          <p:nvPr/>
        </p:nvSpPr>
        <p:spPr>
          <a:xfrm>
            <a:off x="9722654" y="1117287"/>
            <a:ext cx="1460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32" y="247405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77380" y="2693436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6311" y="6188486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39731" y="76810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39731" y="234455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39731" y="5210175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42630" y="5107742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42630" y="5215172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28566" y="5250167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528763" y="5340107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31064" y="465305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588724" y="5005408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24939" y="1984811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7104" y="63819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9937" y="4807956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3769A5-23F0-5177-8E89-6B89AACC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872" y="146294"/>
            <a:ext cx="9132208" cy="21982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DEA6F-0678-F371-92D2-3BC85B349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0138CD-3E2A-358A-A183-25B95D5986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107C6EC-19F3-B439-087D-B10B9958F2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7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8662965-E6B8-D53E-C2AB-508755760B98}"/>
              </a:ext>
            </a:extLst>
          </p:cNvPr>
          <p:cNvGrpSpPr/>
          <p:nvPr/>
        </p:nvGrpSpPr>
        <p:grpSpPr>
          <a:xfrm>
            <a:off x="271864" y="749509"/>
            <a:ext cx="5327627" cy="5888495"/>
            <a:chOff x="271864" y="749509"/>
            <a:chExt cx="5327627" cy="5888495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 l="51264" b="54865"/>
            <a:stretch>
              <a:fillRect/>
            </a:stretch>
          </p:blipFill>
          <p:spPr bwMode="auto">
            <a:xfrm>
              <a:off x="1109794" y="749509"/>
              <a:ext cx="4489697" cy="58884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6" name="Arc 5"/>
            <p:cNvSpPr/>
            <p:nvPr/>
          </p:nvSpPr>
          <p:spPr>
            <a:xfrm>
              <a:off x="2638560" y="4137285"/>
              <a:ext cx="2068643" cy="2383436"/>
            </a:xfrm>
            <a:prstGeom prst="arc">
              <a:avLst>
                <a:gd name="adj1" fmla="val 21573557"/>
                <a:gd name="adj2" fmla="val 5439512"/>
              </a:avLst>
            </a:prstGeom>
            <a:ln>
              <a:solidFill>
                <a:srgbClr val="FF0000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V="1">
              <a:off x="3253156" y="2863122"/>
              <a:ext cx="0" cy="46469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reeform 7"/>
            <p:cNvSpPr/>
            <p:nvPr/>
          </p:nvSpPr>
          <p:spPr>
            <a:xfrm>
              <a:off x="1439347" y="3285344"/>
              <a:ext cx="1666406" cy="1346617"/>
            </a:xfrm>
            <a:custGeom>
              <a:avLst/>
              <a:gdLst>
                <a:gd name="connsiteX0" fmla="*/ 1259174 w 1259174"/>
                <a:gd name="connsiteY0" fmla="*/ 0 h 884420"/>
                <a:gd name="connsiteX1" fmla="*/ 794479 w 1259174"/>
                <a:gd name="connsiteY1" fmla="*/ 284813 h 884420"/>
                <a:gd name="connsiteX2" fmla="*/ 914400 w 1259174"/>
                <a:gd name="connsiteY2" fmla="*/ 299803 h 884420"/>
                <a:gd name="connsiteX3" fmla="*/ 0 w 1259174"/>
                <a:gd name="connsiteY3" fmla="*/ 884420 h 884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9174" h="884420">
                  <a:moveTo>
                    <a:pt x="1259174" y="0"/>
                  </a:moveTo>
                  <a:cubicBezTo>
                    <a:pt x="1055557" y="117423"/>
                    <a:pt x="851941" y="234846"/>
                    <a:pt x="794479" y="284813"/>
                  </a:cubicBezTo>
                  <a:cubicBezTo>
                    <a:pt x="737017" y="334780"/>
                    <a:pt x="1046813" y="199869"/>
                    <a:pt x="914400" y="299803"/>
                  </a:cubicBezTo>
                  <a:cubicBezTo>
                    <a:pt x="781987" y="399738"/>
                    <a:pt x="154898" y="791981"/>
                    <a:pt x="0" y="884420"/>
                  </a:cubicBezTo>
                </a:path>
              </a:pathLst>
            </a:custGeom>
            <a:ln w="28575">
              <a:solidFill>
                <a:srgbClr val="FFC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1864" y="4273948"/>
              <a:ext cx="130239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Piston raises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726852" y="207089"/>
            <a:ext cx="9049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 – Adiabatic Compression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9490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682F5-4033-3666-9BEF-8DDF009F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08CE5-F9A6-7A40-9478-D72EB81F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342B74C-5752-3D31-EE06-7B72CB0A4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8934" y="245570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31179A-34FB-6132-FBEE-5F89B1A14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17" y="4347694"/>
            <a:ext cx="10752195" cy="2145181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8DBF050-35BA-8480-E52B-4B9C29DF8930}"/>
              </a:ext>
            </a:extLst>
          </p:cNvPr>
          <p:cNvGrpSpPr/>
          <p:nvPr/>
        </p:nvGrpSpPr>
        <p:grpSpPr>
          <a:xfrm>
            <a:off x="8798308" y="423034"/>
            <a:ext cx="2487776" cy="2774418"/>
            <a:chOff x="271864" y="749509"/>
            <a:chExt cx="5327627" cy="5888495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924008CF-1313-26B5-EBAD-656944F201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 l="51264" b="54865"/>
            <a:stretch>
              <a:fillRect/>
            </a:stretch>
          </p:blipFill>
          <p:spPr bwMode="auto">
            <a:xfrm>
              <a:off x="1109794" y="749509"/>
              <a:ext cx="4489697" cy="58884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C1E1CFD1-C7AD-F8AF-4E3E-545E67C2D077}"/>
                </a:ext>
              </a:extLst>
            </p:cNvPr>
            <p:cNvSpPr/>
            <p:nvPr/>
          </p:nvSpPr>
          <p:spPr>
            <a:xfrm>
              <a:off x="2638560" y="4137285"/>
              <a:ext cx="2068643" cy="2383436"/>
            </a:xfrm>
            <a:prstGeom prst="arc">
              <a:avLst>
                <a:gd name="adj1" fmla="val 21573557"/>
                <a:gd name="adj2" fmla="val 5439512"/>
              </a:avLst>
            </a:prstGeom>
            <a:ln>
              <a:solidFill>
                <a:srgbClr val="FF0000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AEFDD82-FD3F-0ACC-BBEC-92A0502CC6CB}"/>
                </a:ext>
              </a:extLst>
            </p:cNvPr>
            <p:cNvCxnSpPr/>
            <p:nvPr/>
          </p:nvCxnSpPr>
          <p:spPr>
            <a:xfrm flipV="1">
              <a:off x="3253156" y="2863122"/>
              <a:ext cx="0" cy="46469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80DA15D5-CD70-B860-92D6-60EDBF1A968C}"/>
                </a:ext>
              </a:extLst>
            </p:cNvPr>
            <p:cNvSpPr/>
            <p:nvPr/>
          </p:nvSpPr>
          <p:spPr>
            <a:xfrm>
              <a:off x="1439347" y="3285344"/>
              <a:ext cx="1666406" cy="1346617"/>
            </a:xfrm>
            <a:custGeom>
              <a:avLst/>
              <a:gdLst>
                <a:gd name="connsiteX0" fmla="*/ 1259174 w 1259174"/>
                <a:gd name="connsiteY0" fmla="*/ 0 h 884420"/>
                <a:gd name="connsiteX1" fmla="*/ 794479 w 1259174"/>
                <a:gd name="connsiteY1" fmla="*/ 284813 h 884420"/>
                <a:gd name="connsiteX2" fmla="*/ 914400 w 1259174"/>
                <a:gd name="connsiteY2" fmla="*/ 299803 h 884420"/>
                <a:gd name="connsiteX3" fmla="*/ 0 w 1259174"/>
                <a:gd name="connsiteY3" fmla="*/ 884420 h 884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9174" h="884420">
                  <a:moveTo>
                    <a:pt x="1259174" y="0"/>
                  </a:moveTo>
                  <a:cubicBezTo>
                    <a:pt x="1055557" y="117423"/>
                    <a:pt x="851941" y="234846"/>
                    <a:pt x="794479" y="284813"/>
                  </a:cubicBezTo>
                  <a:cubicBezTo>
                    <a:pt x="737017" y="334780"/>
                    <a:pt x="1046813" y="199869"/>
                    <a:pt x="914400" y="299803"/>
                  </a:cubicBezTo>
                  <a:cubicBezTo>
                    <a:pt x="781987" y="399738"/>
                    <a:pt x="154898" y="791981"/>
                    <a:pt x="0" y="884420"/>
                  </a:cubicBezTo>
                </a:path>
              </a:pathLst>
            </a:custGeom>
            <a:ln w="28575">
              <a:solidFill>
                <a:srgbClr val="FFC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7CD091-7810-8036-C168-2BC6E676BC28}"/>
                </a:ext>
              </a:extLst>
            </p:cNvPr>
            <p:cNvSpPr txBox="1"/>
            <p:nvPr/>
          </p:nvSpPr>
          <p:spPr>
            <a:xfrm>
              <a:off x="271864" y="4273949"/>
              <a:ext cx="1302394" cy="9798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Piston raises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62924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408" y="363600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8072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30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524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524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42095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16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423748-C14F-0FCE-53E3-33EABFDDA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445" y="0"/>
            <a:ext cx="4697730" cy="41569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506DB6-2CDC-0805-7E6E-2853BE05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21" y="4156985"/>
            <a:ext cx="10666757" cy="219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7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t="50323" r="48736" b="3764"/>
          <a:stretch>
            <a:fillRect/>
          </a:stretch>
        </p:blipFill>
        <p:spPr bwMode="auto">
          <a:xfrm>
            <a:off x="2330556" y="858704"/>
            <a:ext cx="4557009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3524120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38145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44291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4478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26153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474" y="1933294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884B25D-B5B6-416B-5683-AD7E1449B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373" y="289497"/>
            <a:ext cx="5233351" cy="42371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336535-59C3-3BDC-BCA8-85EE2C5B6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23" y="4210318"/>
            <a:ext cx="11289838" cy="218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71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201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76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9385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85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871855" y="54853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572052" y="55753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4353" y="488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2406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1667509" y="29286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D7C40E-0FF1-AC59-F503-AA8EA7E6D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096" y="269486"/>
            <a:ext cx="4619280" cy="38453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3D7C21-03A9-B831-A6C9-C5F4B19E7B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795" y="4381902"/>
            <a:ext cx="10779800" cy="194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410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1295869" y="783364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283985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345445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7315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6825" y="2202806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013429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64064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40514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  <p:pic>
        <p:nvPicPr>
          <p:cNvPr id="2" name="Picture 5">
            <a:extLst>
              <a:ext uri="{FF2B5EF4-FFF2-40B4-BE49-F238E27FC236}">
                <a16:creationId xmlns:a16="http://schemas.microsoft.com/office/drawing/2014/main" id="{0494FB3A-F080-A044-669E-902EDB5A4A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549" y="1430287"/>
            <a:ext cx="4077325" cy="35684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4C49D-1C0A-777F-031B-CE823CF42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>
            <a:extLst>
              <a:ext uri="{FF2B5EF4-FFF2-40B4-BE49-F238E27FC236}">
                <a16:creationId xmlns:a16="http://schemas.microsoft.com/office/drawing/2014/main" id="{30E4C50D-1497-D5F7-8E29-F1A30C64E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62C97F-B632-C894-469F-871F84E131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993" y="4361892"/>
            <a:ext cx="8863492" cy="2336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799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58DC4-CD0A-7EE9-E910-2F92755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6D5F5D2-3F10-82E4-7087-F9EF14F685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2061815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114045-9399-019B-7B75-7ADC76130D55}"/>
              </a:ext>
            </a:extLst>
          </p:cNvPr>
          <p:cNvSpPr txBox="1"/>
          <p:nvPr/>
        </p:nvSpPr>
        <p:spPr>
          <a:xfrm>
            <a:off x="477843" y="2127855"/>
            <a:ext cx="13023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9E91C3ED-2EC3-BF40-5B9C-46E754E79EEB}"/>
              </a:ext>
            </a:extLst>
          </p:cNvPr>
          <p:cNvSpPr/>
          <p:nvPr/>
        </p:nvSpPr>
        <p:spPr>
          <a:xfrm>
            <a:off x="350660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1FA934-EFCE-B5C4-74F6-85AB081CA7B0}"/>
              </a:ext>
            </a:extLst>
          </p:cNvPr>
          <p:cNvSpPr/>
          <p:nvPr/>
        </p:nvSpPr>
        <p:spPr>
          <a:xfrm>
            <a:off x="1767746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B05D3E-5D6B-70A1-CCC1-027D0453E095}"/>
              </a:ext>
            </a:extLst>
          </p:cNvPr>
          <p:cNvCxnSpPr/>
          <p:nvPr/>
        </p:nvCxnSpPr>
        <p:spPr>
          <a:xfrm>
            <a:off x="412120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137D7C-FD9B-1350-392F-8D0C0E923F1C}"/>
              </a:ext>
            </a:extLst>
          </p:cNvPr>
          <p:cNvSpPr txBox="1"/>
          <p:nvPr/>
        </p:nvSpPr>
        <p:spPr>
          <a:xfrm>
            <a:off x="113990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CDD6E55-BD45-CED7-150C-D7F758D93C6E}"/>
              </a:ext>
            </a:extLst>
          </p:cNvPr>
          <p:cNvSpPr/>
          <p:nvPr/>
        </p:nvSpPr>
        <p:spPr>
          <a:xfrm>
            <a:off x="230739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CD88CF-3916-2A5F-0B9E-636863ACF1FB}"/>
              </a:ext>
            </a:extLst>
          </p:cNvPr>
          <p:cNvSpPr txBox="1"/>
          <p:nvPr/>
        </p:nvSpPr>
        <p:spPr>
          <a:xfrm>
            <a:off x="298195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>
            <a:extLst>
              <a:ext uri="{FF2B5EF4-FFF2-40B4-BE49-F238E27FC236}">
                <a16:creationId xmlns:a16="http://schemas.microsoft.com/office/drawing/2014/main" id="{7BF1D3C9-1731-9008-D3A5-7B92256E4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5514" y="1447261"/>
            <a:ext cx="4528643" cy="39634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34640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C08639-B383-C693-10A6-D654E1928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F477DC3-BBBE-75CB-F8AD-B648664E67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672" y="4186580"/>
            <a:ext cx="8457143" cy="2336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317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2C1A4A-66BD-5FA0-B7D4-69FB2E19E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775" y="1619250"/>
            <a:ext cx="512445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736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0579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1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775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775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775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8877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8877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468786" y="5741234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019082" y="5546363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81540" y="442459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034073" y="4946755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02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226" y="49542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48264" y="1499019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9139003" y="5054184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008026" y="1611446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68915" y="5211582"/>
            <a:ext cx="51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393957" y="4023608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2228537" y="4023608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166074" y="4175025"/>
            <a:ext cx="2134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76469" y="4175025"/>
            <a:ext cx="2359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DF08B8E-D69D-D9BF-D54A-2C6C93A7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4225" y="1600341"/>
            <a:ext cx="4792551" cy="38144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D09A19-42AF-3EEA-2D1B-3498ED33D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" y="1487241"/>
            <a:ext cx="6225702" cy="16356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33C00C-E5BD-F21B-B8E8-02553AD6F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" y="3271830"/>
            <a:ext cx="6953250" cy="188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78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905001" y="442834"/>
            <a:ext cx="7885575" cy="6415167"/>
            <a:chOff x="381000" y="442833"/>
            <a:chExt cx="788557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66091" y="2839730"/>
              <a:ext cx="22174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67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331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801" y="369874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5405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9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283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385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874353" y="47993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1517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3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13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4206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09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795655" y="54091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495852" y="54991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97026" y="49669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1273809" y="23698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4B4A-DF32-C870-E5B4-156E8E0E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2C8E7-2905-7A1A-4A8C-166F1F2E8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D76EDB-C6A3-6ECC-6BD3-53152EBE9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8224" y="1690688"/>
            <a:ext cx="6848272" cy="1500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99212E-4554-8F2B-2285-BEA7AA8A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" y="3872192"/>
            <a:ext cx="7600545" cy="20219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73A1A9-DB97-3D45-2807-39CD5B9A8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1440" y="1586431"/>
            <a:ext cx="4142074" cy="329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281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B3B049-929F-8A23-FC89-28A2B47A97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7DDBEE6-B713-8919-FD2B-779C5509DC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88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143</Words>
  <Application>Microsoft Office PowerPoint</Application>
  <PresentationFormat>Widescreen</PresentationFormat>
  <Paragraphs>58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Times</vt:lpstr>
      <vt:lpstr>Office Theme</vt:lpstr>
      <vt:lpstr>Lecture 37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Todd Lines</cp:lastModifiedBy>
  <cp:revision>1</cp:revision>
  <dcterms:created xsi:type="dcterms:W3CDTF">2026-07-13T17:32:46Z</dcterms:created>
  <dcterms:modified xsi:type="dcterms:W3CDTF">2026-08-26T22:06:43Z</dcterms:modified>
</cp:coreProperties>
</file>